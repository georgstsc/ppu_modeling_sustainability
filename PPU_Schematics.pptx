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8" r:id="rId2"/>
    <p:sldId id="257" r:id="rId3"/>
    <p:sldId id="264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71" r:id="rId12"/>
    <p:sldId id="269" r:id="rId13"/>
    <p:sldId id="270" r:id="rId14"/>
    <p:sldId id="272" r:id="rId15"/>
    <p:sldId id="273" r:id="rId16"/>
    <p:sldId id="274" r:id="rId17"/>
    <p:sldId id="278" r:id="rId18"/>
    <p:sldId id="279" r:id="rId19"/>
    <p:sldId id="275" r:id="rId20"/>
    <p:sldId id="280" r:id="rId21"/>
    <p:sldId id="276" r:id="rId22"/>
    <p:sldId id="277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3EE01-02DB-C84D-9A55-5C419709E900}" v="236" dt="2025-12-29T19:42:01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3"/>
  </p:normalViewPr>
  <p:slideViewPr>
    <p:cSldViewPr snapToGrid="0">
      <p:cViewPr>
        <p:scale>
          <a:sx n="101" d="100"/>
          <a:sy n="101" d="100"/>
        </p:scale>
        <p:origin x="90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A4DAE-300C-3340-A68C-1974D6D56C4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408F3-4051-BA47-857D-95F227ADA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3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34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62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31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82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09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5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57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44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61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46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46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0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16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82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408F3-4051-BA47-857D-95F227ADAC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5360-2E0B-4BA8-A5B1-F6CC85A64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042A8-B8B2-D3BB-BB7B-0F68416B1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1B4A2-DD0A-653C-2970-51006F4B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BADAA-BC3B-A321-93BA-508D7F0A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1E6D-A084-6BB4-1F0E-6226C6F3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2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53C3-00BF-AE18-9E40-F3612D64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27839-D4FC-9308-5119-F11C9A07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0DB39-994E-7923-59D1-C9650F6D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A3DA-7427-B2EB-133D-9FFB14AA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551E3-AE7A-71CB-765E-88F8E26A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1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FD43-BD4A-448E-9E9D-EE61F6EC5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111F-926F-E416-F3F8-F758984EB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9936-B394-1156-9A10-6805CF91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39DE7-256E-D5BB-C4F4-11D349A1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09C67-FDF6-6CF5-DDA8-0D48359A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8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AED3-0EE8-6A1D-CFF4-B6494DC3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A18BE-605A-3E0D-A13F-B52D9DF3D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155F4-113C-E279-3751-3CAB2D008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E65F2-3D78-0A80-0C7F-A935857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09924-1DA4-F6B8-87CD-D86B4FF4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AA42-8FB9-CFBF-C2F5-D2D204A1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6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7611-7358-EF28-ED66-EB58156D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E5A04-7B20-E9E2-5CE9-41FC4C48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1C72F-967D-A9EB-C7B3-761AE1D27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D97FB-1642-2066-1BF3-FE76C9032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7297C-0EE6-16F9-1913-8D11BCD20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B81F3-3F89-4EC5-B212-6B57FF23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16588-D444-CD0B-8A86-6ACCE410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45EA6-A702-809C-065D-1DFD5B3C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8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91EB-1722-B365-7A01-844BFD7E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8962-6911-FFDE-9550-C30F9328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D7789-339C-21C3-5EE8-5B28A436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D5B37-53B8-0DB3-FBA9-1349741D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6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EAE58-D857-278D-9B86-20DAE975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041E9-7D8D-6547-842E-75AA666A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60500-458F-3D77-A6C4-3721504E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9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5758-D326-0474-AC08-E41D1F1A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61503-E892-F7AE-7443-CB8960D8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94E74-F74F-A656-9988-4A410AEE3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D1FB0-BE7E-85E5-F6F4-B19D6C22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82D3D-79EE-0005-5585-5BC89CC8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6AFEB-60A1-C9A7-BB2D-4B019CE5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6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D4A5-9F71-26C0-A923-E5594FC8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8DE4F-D8B2-CF16-FBB8-2BE662795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4B39D-79E7-3CD6-3F6F-63B510DE2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E73A0-74C0-665F-D545-40E7CD3F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62A64-5540-BD77-16F7-346EF4E6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3CAE3-E84E-4149-A92A-CBAF4D91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8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FE03-AF15-309B-742C-57A3D30B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7EB02-426B-ECA1-4BCF-423127463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0FDEB-07CA-BD36-713F-9ADB5A51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07B6-FE07-8F99-855E-F1D2CDD36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E3065-B127-EF47-5A3C-C133FA87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4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7F569-F72C-740A-1DF9-C9A4BF288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3EE09-ABC0-62C9-7F30-BAA54F12F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E8C0-A2C8-F9DD-45A7-5445F20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8EE9D-129F-79CD-ADD6-C7C314C9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06122-9E03-EFCC-FD8A-B0597F72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8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3685DC-4E56-3A5B-128D-C41810FC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4337D-69E3-05A6-C373-A6DB071D8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873CF-C6E7-63D4-11D8-C0CE0BBDB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BB804-5AC4-954A-A86B-AE96FDE36C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4D60B-849C-A69A-1E96-EBEA660E6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A9CB1-5121-7B6F-CC85-75D25FA0F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27823-D442-5944-B794-2681F215F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1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4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571C-E3B6-EBD6-528A-EAE4BEAA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F0FE-7000-66F9-F055-24601BFE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HYD-R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C5D1D-D837-D69F-5994-F17329C0EF10}"/>
              </a:ext>
            </a:extLst>
          </p:cNvPr>
          <p:cNvGrpSpPr/>
          <p:nvPr/>
        </p:nvGrpSpPr>
        <p:grpSpPr>
          <a:xfrm>
            <a:off x="9507375" y="3140547"/>
            <a:ext cx="1028700" cy="1209477"/>
            <a:chOff x="4972059" y="3126480"/>
            <a:chExt cx="1028700" cy="12094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8DAA74-5D99-88EC-35AB-380EFD7D8E08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7" name="Graphic 6" descr="Electric Tower with solid fill">
                <a:extLst>
                  <a:ext uri="{FF2B5EF4-FFF2-40B4-BE49-F238E27FC236}">
                    <a16:creationId xmlns:a16="http://schemas.microsoft.com/office/drawing/2014/main" id="{E776995D-55A6-ACDC-E096-10706DD0F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8" name="Graphic 7" descr="Electric Tower with solid fill">
                <a:extLst>
                  <a:ext uri="{FF2B5EF4-FFF2-40B4-BE49-F238E27FC236}">
                    <a16:creationId xmlns:a16="http://schemas.microsoft.com/office/drawing/2014/main" id="{E725CDF6-7D27-7464-FF6A-D1C0B1616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8C2B38-F7BC-65F1-1124-62677D2F2E09}"/>
                </a:ext>
              </a:extLst>
            </p:cNvPr>
            <p:cNvSpPr txBox="1"/>
            <p:nvPr/>
          </p:nvSpPr>
          <p:spPr>
            <a:xfrm>
              <a:off x="4972059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2816FB-6B00-3A7E-2AB2-EE24B8DF2423}"/>
              </a:ext>
            </a:extLst>
          </p:cNvPr>
          <p:cNvGrpSpPr/>
          <p:nvPr/>
        </p:nvGrpSpPr>
        <p:grpSpPr>
          <a:xfrm>
            <a:off x="7454014" y="2566888"/>
            <a:ext cx="1752358" cy="1783136"/>
            <a:chOff x="3035879" y="2552821"/>
            <a:chExt cx="1752358" cy="1783136"/>
          </a:xfrm>
        </p:grpSpPr>
        <p:pic>
          <p:nvPicPr>
            <p:cNvPr id="1028" name="Picture 4" descr="water turbine icon vector in line style 34874324 Vector Art at Vecteezy">
              <a:extLst>
                <a:ext uri="{FF2B5EF4-FFF2-40B4-BE49-F238E27FC236}">
                  <a16:creationId xmlns:a16="http://schemas.microsoft.com/office/drawing/2014/main" id="{7515B107-AAEF-D1FC-ED45-803B892C4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31224" y1="51224" x2="31224" y2="51224"/>
                          <a14:foregroundMark x1="17245" y1="56735" x2="19694" y2="57551"/>
                          <a14:foregroundMark x1="25816" y1="67143" x2="25816" y2="67143"/>
                          <a14:foregroundMark x1="25816" y1="67143" x2="25816" y2="67143"/>
                          <a14:foregroundMark x1="59796" y1="66633" x2="59796" y2="66633"/>
                          <a14:foregroundMark x1="59796" y1="66633" x2="59796" y2="66633"/>
                          <a14:foregroundMark x1="71735" y1="57347" x2="71735" y2="57347"/>
                          <a14:foregroundMark x1="71735" y1="57347" x2="71735" y2="5734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879" y="2552821"/>
              <a:ext cx="1752358" cy="1752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6049F3-A6E8-06E7-2F86-25F9AC843A14}"/>
                </a:ext>
              </a:extLst>
            </p:cNvPr>
            <p:cNvSpPr txBox="1"/>
            <p:nvPr/>
          </p:nvSpPr>
          <p:spPr>
            <a:xfrm>
              <a:off x="3439111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Turbine</a:t>
              </a:r>
            </a:p>
          </p:txBody>
        </p:sp>
      </p:grp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4DE120E-6662-3634-F64D-85AF3FFB9BA9}"/>
              </a:ext>
            </a:extLst>
          </p:cNvPr>
          <p:cNvSpPr/>
          <p:nvPr/>
        </p:nvSpPr>
        <p:spPr>
          <a:xfrm>
            <a:off x="709566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A431E6E-5D2F-574D-C595-DE8C44C37548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56357F-67F7-0CFA-5C88-CF3FB44A079B}"/>
              </a:ext>
            </a:extLst>
          </p:cNvPr>
          <p:cNvGrpSpPr/>
          <p:nvPr/>
        </p:nvGrpSpPr>
        <p:grpSpPr>
          <a:xfrm>
            <a:off x="6096000" y="3127847"/>
            <a:ext cx="945893" cy="1222177"/>
            <a:chOff x="1778880" y="3113780"/>
            <a:chExt cx="945893" cy="12221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C71C89-F9EF-11B7-8676-3C9264411B38}"/>
                </a:ext>
              </a:extLst>
            </p:cNvPr>
            <p:cNvSpPr txBox="1"/>
            <p:nvPr/>
          </p:nvSpPr>
          <p:spPr>
            <a:xfrm>
              <a:off x="1778880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River</a:t>
              </a:r>
            </a:p>
          </p:txBody>
        </p:sp>
        <p:pic>
          <p:nvPicPr>
            <p:cNvPr id="23" name="Graphic 22" descr="Wave with solid fill">
              <a:extLst>
                <a:ext uri="{FF2B5EF4-FFF2-40B4-BE49-F238E27FC236}">
                  <a16:creationId xmlns:a16="http://schemas.microsoft.com/office/drawing/2014/main" id="{3711DF06-ABB0-A9CA-4D25-6F22A975A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10373" y="311378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36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E0FD-4EA0-334B-467C-0F761FA2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PV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50C01F-AA6D-F255-6E85-685E18D940ED}"/>
              </a:ext>
            </a:extLst>
          </p:cNvPr>
          <p:cNvGrpSpPr/>
          <p:nvPr/>
        </p:nvGrpSpPr>
        <p:grpSpPr>
          <a:xfrm>
            <a:off x="9507375" y="3140547"/>
            <a:ext cx="1028700" cy="1209477"/>
            <a:chOff x="4972059" y="3126480"/>
            <a:chExt cx="1028700" cy="120947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D68313-5F31-A3E8-A92E-6E6EEC7E4863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7" name="Graphic 6" descr="Electric Tower with solid fill">
                <a:extLst>
                  <a:ext uri="{FF2B5EF4-FFF2-40B4-BE49-F238E27FC236}">
                    <a16:creationId xmlns:a16="http://schemas.microsoft.com/office/drawing/2014/main" id="{0CAF6151-D9E3-879E-C75D-B1CF1B4FD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8" name="Graphic 7" descr="Electric Tower with solid fill">
                <a:extLst>
                  <a:ext uri="{FF2B5EF4-FFF2-40B4-BE49-F238E27FC236}">
                    <a16:creationId xmlns:a16="http://schemas.microsoft.com/office/drawing/2014/main" id="{5CEA9607-3CA1-1364-4D0E-3522BA0357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24B318-7242-8300-F4C6-BC7C307FF36A}"/>
                </a:ext>
              </a:extLst>
            </p:cNvPr>
            <p:cNvSpPr txBox="1"/>
            <p:nvPr/>
          </p:nvSpPr>
          <p:spPr>
            <a:xfrm>
              <a:off x="4972059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BC00CFD8-04CC-2534-EF5D-017B8EEED6ED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F743C-419F-1552-93B5-B64E4C6DEE4B}"/>
              </a:ext>
            </a:extLst>
          </p:cNvPr>
          <p:cNvSpPr txBox="1"/>
          <p:nvPr/>
        </p:nvSpPr>
        <p:spPr>
          <a:xfrm>
            <a:off x="8010513" y="4008029"/>
            <a:ext cx="945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Converter AC-DC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560720D-A076-6821-E71C-C9A540EE253B}"/>
              </a:ext>
            </a:extLst>
          </p:cNvPr>
          <p:cNvSpPr/>
          <p:nvPr/>
        </p:nvSpPr>
        <p:spPr>
          <a:xfrm>
            <a:off x="7467245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C496BD-0B57-54F4-C021-F9F4D864E63B}"/>
              </a:ext>
            </a:extLst>
          </p:cNvPr>
          <p:cNvGrpSpPr/>
          <p:nvPr/>
        </p:nvGrpSpPr>
        <p:grpSpPr>
          <a:xfrm>
            <a:off x="6459430" y="3191206"/>
            <a:ext cx="945893" cy="1124600"/>
            <a:chOff x="6459430" y="3191206"/>
            <a:chExt cx="945893" cy="1124600"/>
          </a:xfrm>
        </p:grpSpPr>
        <p:pic>
          <p:nvPicPr>
            <p:cNvPr id="2056" name="Picture 8" descr="Car battery - Free electronics icons">
              <a:extLst>
                <a:ext uri="{FF2B5EF4-FFF2-40B4-BE49-F238E27FC236}">
                  <a16:creationId xmlns:a16="http://schemas.microsoft.com/office/drawing/2014/main" id="{2C1EB673-7C83-1071-3015-337CC1D5AE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6810" y="3191206"/>
              <a:ext cx="728985" cy="728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9B21E6-C21E-9A24-0C06-A695D234D59B}"/>
                </a:ext>
              </a:extLst>
            </p:cNvPr>
            <p:cNvSpPr txBox="1"/>
            <p:nvPr/>
          </p:nvSpPr>
          <p:spPr>
            <a:xfrm>
              <a:off x="6459430" y="4008029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Battery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4B571D8-09CE-7688-D4BD-75D7C816509A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EAA0732-1314-4551-24D7-2144C2333046}"/>
              </a:ext>
            </a:extLst>
          </p:cNvPr>
          <p:cNvSpPr/>
          <p:nvPr/>
        </p:nvSpPr>
        <p:spPr>
          <a:xfrm>
            <a:off x="5909776" y="3500083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9E3D2DC-2C81-E4DA-B6ED-0109197BB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985" y="3008239"/>
            <a:ext cx="911952" cy="9119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071CAFA-7356-6EE9-3A0C-3499DEDD47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13" y="3118312"/>
            <a:ext cx="911952" cy="9119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4A865C-C9E0-3190-B2A7-E32E860F0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984041" y="3112714"/>
            <a:ext cx="911952" cy="91195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D4CC83-D8E9-0251-3A71-D3CC07ADDA36}"/>
              </a:ext>
            </a:extLst>
          </p:cNvPr>
          <p:cNvSpPr txBox="1"/>
          <p:nvPr/>
        </p:nvSpPr>
        <p:spPr>
          <a:xfrm>
            <a:off x="4902442" y="4024666"/>
            <a:ext cx="945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Converter DC-AC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0A5270B6-A85B-531E-F997-ECD7AC154FA1}"/>
              </a:ext>
            </a:extLst>
          </p:cNvPr>
          <p:cNvSpPr/>
          <p:nvPr/>
        </p:nvSpPr>
        <p:spPr>
          <a:xfrm>
            <a:off x="4355026" y="3500083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3093DB-4551-1C74-B1CA-B36A7D3899B3}"/>
              </a:ext>
            </a:extLst>
          </p:cNvPr>
          <p:cNvSpPr txBox="1"/>
          <p:nvPr/>
        </p:nvSpPr>
        <p:spPr>
          <a:xfrm>
            <a:off x="3254014" y="4042247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PV</a:t>
            </a:r>
          </a:p>
        </p:txBody>
      </p:sp>
    </p:spTree>
    <p:extLst>
      <p:ext uri="{BB962C8B-B14F-4D97-AF65-F5344CB8AC3E}">
        <p14:creationId xmlns:p14="http://schemas.microsoft.com/office/powerpoint/2010/main" val="32624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D017-9C46-6AC2-4B46-C76975E0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FC79-F7A8-41F8-6A37-F0BC1D97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WD-ON/OFF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E6167E-87EE-9C6C-226A-05107B4A7A91}"/>
              </a:ext>
            </a:extLst>
          </p:cNvPr>
          <p:cNvGrpSpPr/>
          <p:nvPr/>
        </p:nvGrpSpPr>
        <p:grpSpPr>
          <a:xfrm>
            <a:off x="9507375" y="3140547"/>
            <a:ext cx="1028700" cy="1209477"/>
            <a:chOff x="4972059" y="3126480"/>
            <a:chExt cx="1028700" cy="120947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9E9547-BFB4-C2FB-7592-2055F97BCB38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7" name="Graphic 6" descr="Electric Tower with solid fill">
                <a:extLst>
                  <a:ext uri="{FF2B5EF4-FFF2-40B4-BE49-F238E27FC236}">
                    <a16:creationId xmlns:a16="http://schemas.microsoft.com/office/drawing/2014/main" id="{DFB9C1B0-3054-BD55-E980-4B901E6FE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8" name="Graphic 7" descr="Electric Tower with solid fill">
                <a:extLst>
                  <a:ext uri="{FF2B5EF4-FFF2-40B4-BE49-F238E27FC236}">
                    <a16:creationId xmlns:a16="http://schemas.microsoft.com/office/drawing/2014/main" id="{5C4262BA-77A4-A49F-CE12-8F25BCCB1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E8AF9-5AC0-BB19-F96A-529362922FE7}"/>
                </a:ext>
              </a:extLst>
            </p:cNvPr>
            <p:cNvSpPr txBox="1"/>
            <p:nvPr/>
          </p:nvSpPr>
          <p:spPr>
            <a:xfrm>
              <a:off x="4972059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4DA74D25-23B7-E2BC-F280-766BEA2E344C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0A4C5-033F-0ACD-A9C3-03CB26DF542A}"/>
              </a:ext>
            </a:extLst>
          </p:cNvPr>
          <p:cNvSpPr txBox="1"/>
          <p:nvPr/>
        </p:nvSpPr>
        <p:spPr>
          <a:xfrm>
            <a:off x="8010513" y="4008029"/>
            <a:ext cx="945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Converter AC-DC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C9DF2E64-2017-AE3D-C14B-B5110FEC2FC8}"/>
              </a:ext>
            </a:extLst>
          </p:cNvPr>
          <p:cNvSpPr/>
          <p:nvPr/>
        </p:nvSpPr>
        <p:spPr>
          <a:xfrm>
            <a:off x="7467245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5AD7BE-7326-C5A8-90DB-17D3679065A7}"/>
              </a:ext>
            </a:extLst>
          </p:cNvPr>
          <p:cNvGrpSpPr/>
          <p:nvPr/>
        </p:nvGrpSpPr>
        <p:grpSpPr>
          <a:xfrm>
            <a:off x="6459430" y="3191206"/>
            <a:ext cx="945893" cy="1124600"/>
            <a:chOff x="6459430" y="3191206"/>
            <a:chExt cx="945893" cy="1124600"/>
          </a:xfrm>
        </p:grpSpPr>
        <p:pic>
          <p:nvPicPr>
            <p:cNvPr id="2056" name="Picture 8" descr="Car battery - Free electronics icons">
              <a:extLst>
                <a:ext uri="{FF2B5EF4-FFF2-40B4-BE49-F238E27FC236}">
                  <a16:creationId xmlns:a16="http://schemas.microsoft.com/office/drawing/2014/main" id="{BB0A855E-9666-D013-D7EF-15EADC3DE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6810" y="3191206"/>
              <a:ext cx="728985" cy="728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C66A50-F51F-AC36-43AD-5F0E4D4B07F6}"/>
                </a:ext>
              </a:extLst>
            </p:cNvPr>
            <p:cNvSpPr txBox="1"/>
            <p:nvPr/>
          </p:nvSpPr>
          <p:spPr>
            <a:xfrm>
              <a:off x="6459430" y="4008029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Battery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6B378CD-D420-393A-321B-B5171591F455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3C47D56-2191-0683-8944-988272A1419B}"/>
              </a:ext>
            </a:extLst>
          </p:cNvPr>
          <p:cNvSpPr/>
          <p:nvPr/>
        </p:nvSpPr>
        <p:spPr>
          <a:xfrm>
            <a:off x="5909776" y="3500083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C5F4BD-6131-D3CB-E331-D26580FC6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13" y="3118312"/>
            <a:ext cx="911952" cy="9119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67B1DC-3B62-0B55-6504-370344A7F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984041" y="3112714"/>
            <a:ext cx="911952" cy="91195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B95792B-B65F-00C3-D9BF-D598A4C85759}"/>
              </a:ext>
            </a:extLst>
          </p:cNvPr>
          <p:cNvSpPr txBox="1"/>
          <p:nvPr/>
        </p:nvSpPr>
        <p:spPr>
          <a:xfrm>
            <a:off x="4902442" y="4024666"/>
            <a:ext cx="945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Converter DC-AC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19D990B-9D44-8B0F-7780-E1AD5CB67C71}"/>
              </a:ext>
            </a:extLst>
          </p:cNvPr>
          <p:cNvSpPr/>
          <p:nvPr/>
        </p:nvSpPr>
        <p:spPr>
          <a:xfrm>
            <a:off x="4355026" y="3500083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DB2A8B-A9C0-2A89-B726-19656EEE3C29}"/>
              </a:ext>
            </a:extLst>
          </p:cNvPr>
          <p:cNvSpPr txBox="1"/>
          <p:nvPr/>
        </p:nvSpPr>
        <p:spPr>
          <a:xfrm>
            <a:off x="3044984" y="4024666"/>
            <a:ext cx="132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 Turbine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DA72B-A7AA-06E6-06A9-C938B2FC2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1813" y="2994732"/>
            <a:ext cx="1029934" cy="102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9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8267-17C8-1DCB-C733-AA10C1F1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C7C6-1A27-E9AF-F6E4-700F413F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HYD-S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BEB3C-8F39-40DB-464C-C2C62EF22738}"/>
              </a:ext>
            </a:extLst>
          </p:cNvPr>
          <p:cNvGrpSpPr/>
          <p:nvPr/>
        </p:nvGrpSpPr>
        <p:grpSpPr>
          <a:xfrm>
            <a:off x="9507375" y="3140547"/>
            <a:ext cx="1028700" cy="1209477"/>
            <a:chOff x="4972059" y="3126480"/>
            <a:chExt cx="1028700" cy="120947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273F8B3-CE50-4863-3723-5A777CDC90EC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7" name="Graphic 6" descr="Electric Tower with solid fill">
                <a:extLst>
                  <a:ext uri="{FF2B5EF4-FFF2-40B4-BE49-F238E27FC236}">
                    <a16:creationId xmlns:a16="http://schemas.microsoft.com/office/drawing/2014/main" id="{1FF4EAAD-4DF1-C9ED-415E-FFD616E48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8" name="Graphic 7" descr="Electric Tower with solid fill">
                <a:extLst>
                  <a:ext uri="{FF2B5EF4-FFF2-40B4-BE49-F238E27FC236}">
                    <a16:creationId xmlns:a16="http://schemas.microsoft.com/office/drawing/2014/main" id="{41BF8E7A-2D4F-1E74-ACEB-5D3A40466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F79489-9418-0F9D-5CF7-5C1E174BC4C5}"/>
                </a:ext>
              </a:extLst>
            </p:cNvPr>
            <p:cNvSpPr txBox="1"/>
            <p:nvPr/>
          </p:nvSpPr>
          <p:spPr>
            <a:xfrm>
              <a:off x="4972059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28536B8E-B95D-E2A9-27A8-32A65FF7C133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3CC4AD-3166-9517-A64E-CDFAE0D67F86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01BF1-0EDC-58D1-6C08-68BC916D59F1}"/>
              </a:ext>
            </a:extLst>
          </p:cNvPr>
          <p:cNvGrpSpPr/>
          <p:nvPr/>
        </p:nvGrpSpPr>
        <p:grpSpPr>
          <a:xfrm>
            <a:off x="7454014" y="2566888"/>
            <a:ext cx="1752358" cy="1783136"/>
            <a:chOff x="3035879" y="2552821"/>
            <a:chExt cx="1752358" cy="1783136"/>
          </a:xfrm>
        </p:grpSpPr>
        <p:pic>
          <p:nvPicPr>
            <p:cNvPr id="11" name="Picture 4" descr="water turbine icon vector in line style 34874324 Vector Art at Vecteezy">
              <a:extLst>
                <a:ext uri="{FF2B5EF4-FFF2-40B4-BE49-F238E27FC236}">
                  <a16:creationId xmlns:a16="http://schemas.microsoft.com/office/drawing/2014/main" id="{DA281F4A-5780-D881-800C-E26D2085E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31224" y1="51224" x2="31224" y2="51224"/>
                          <a14:foregroundMark x1="17245" y1="56735" x2="19694" y2="57551"/>
                          <a14:foregroundMark x1="25816" y1="67143" x2="25816" y2="67143"/>
                          <a14:foregroundMark x1="25816" y1="67143" x2="25816" y2="67143"/>
                          <a14:foregroundMark x1="59796" y1="66633" x2="59796" y2="66633"/>
                          <a14:foregroundMark x1="59796" y1="66633" x2="59796" y2="66633"/>
                          <a14:foregroundMark x1="71735" y1="57347" x2="71735" y2="57347"/>
                          <a14:foregroundMark x1="71735" y1="57347" x2="71735" y2="5734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879" y="2552821"/>
              <a:ext cx="1752358" cy="1752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36CFD6-7546-4EDD-F833-BD0C6ABD9225}"/>
                </a:ext>
              </a:extLst>
            </p:cNvPr>
            <p:cNvSpPr txBox="1"/>
            <p:nvPr/>
          </p:nvSpPr>
          <p:spPr>
            <a:xfrm>
              <a:off x="3439111" y="402818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Turbine</a:t>
              </a:r>
            </a:p>
          </p:txBody>
        </p:sp>
      </p:grp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3BE5D9C-981B-7AC0-AE63-F12F08152541}"/>
              </a:ext>
            </a:extLst>
          </p:cNvPr>
          <p:cNvSpPr/>
          <p:nvPr/>
        </p:nvSpPr>
        <p:spPr>
          <a:xfrm>
            <a:off x="7153011" y="3500216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182175-315A-1B22-087F-8CBACAFB0EF3}"/>
              </a:ext>
            </a:extLst>
          </p:cNvPr>
          <p:cNvGrpSpPr/>
          <p:nvPr/>
        </p:nvGrpSpPr>
        <p:grpSpPr>
          <a:xfrm>
            <a:off x="6186169" y="3147632"/>
            <a:ext cx="945893" cy="1202391"/>
            <a:chOff x="6186169" y="3147632"/>
            <a:chExt cx="945893" cy="12023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EADD43-851C-0D00-B646-55C70DC1C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6170" y="3147632"/>
              <a:ext cx="838706" cy="83870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2311C6-309A-9715-5CF1-985051416AA3}"/>
                </a:ext>
              </a:extLst>
            </p:cNvPr>
            <p:cNvSpPr txBox="1"/>
            <p:nvPr/>
          </p:nvSpPr>
          <p:spPr>
            <a:xfrm>
              <a:off x="6186169" y="40422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638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120A-3B33-C1DA-DE3C-4B479CCB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EDB1-911E-8D61-6388-DA17F5C1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420C66-0C0F-2E0F-600D-0D8F4C758A91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88ECC3-5776-60D3-25FC-ED42EB3C9DCB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7" name="Graphic 6" descr="Electric Tower with solid fill">
                <a:extLst>
                  <a:ext uri="{FF2B5EF4-FFF2-40B4-BE49-F238E27FC236}">
                    <a16:creationId xmlns:a16="http://schemas.microsoft.com/office/drawing/2014/main" id="{139AEEAC-76FB-2081-648A-25DD29B4C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8" name="Graphic 7" descr="Electric Tower with solid fill">
                <a:extLst>
                  <a:ext uri="{FF2B5EF4-FFF2-40B4-BE49-F238E27FC236}">
                    <a16:creationId xmlns:a16="http://schemas.microsoft.com/office/drawing/2014/main" id="{12B0EFE0-3436-B099-4910-8574B359E0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38E97D-0455-9F78-364B-49FE175FB754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94D2BBCB-8B9B-2C85-B0E3-58DC09AD1560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D83C89-4783-58CF-3140-3C7EE5F4F832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79450D6-D4D3-6A9E-2659-C3D63A12C8DF}"/>
              </a:ext>
            </a:extLst>
          </p:cNvPr>
          <p:cNvSpPr/>
          <p:nvPr/>
        </p:nvSpPr>
        <p:spPr>
          <a:xfrm>
            <a:off x="7556188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F426A58-2516-0916-E9A3-13F43300B0A1}"/>
              </a:ext>
            </a:extLst>
          </p:cNvPr>
          <p:cNvSpPr/>
          <p:nvPr/>
        </p:nvSpPr>
        <p:spPr>
          <a:xfrm>
            <a:off x="5789293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0B89A20-7F33-DD43-BF96-6E0E708E4DC4}"/>
              </a:ext>
            </a:extLst>
          </p:cNvPr>
          <p:cNvSpPr/>
          <p:nvPr/>
        </p:nvSpPr>
        <p:spPr>
          <a:xfrm>
            <a:off x="4338960" y="3504123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856785-7CD2-D231-8010-CC19D5A36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217" y="2998073"/>
            <a:ext cx="1069788" cy="1069788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F8579964-FC27-9F6C-433E-709098D3C0D4}"/>
              </a:ext>
            </a:extLst>
          </p:cNvPr>
          <p:cNvSpPr/>
          <p:nvPr/>
        </p:nvSpPr>
        <p:spPr>
          <a:xfrm>
            <a:off x="2538359" y="3494339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DE3135-A75F-D897-65EB-53A307CB7F83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7F95D2A-80CF-BE64-2AC3-706E0AB05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70FA73-94D9-6EA6-D08D-96B84847ED3C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8C4DE8-5662-940F-DBAE-74993FB7AD7F}"/>
              </a:ext>
            </a:extLst>
          </p:cNvPr>
          <p:cNvGrpSpPr/>
          <p:nvPr/>
        </p:nvGrpSpPr>
        <p:grpSpPr>
          <a:xfrm>
            <a:off x="6162676" y="2979757"/>
            <a:ext cx="1520981" cy="1416434"/>
            <a:chOff x="6162676" y="2979757"/>
            <a:chExt cx="1520981" cy="141643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AA0DA0-8A39-B528-3A71-CAE37FC30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2708" y="2979757"/>
              <a:ext cx="1040919" cy="10409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2CE8C9-78C5-9EF3-F861-C5CC99ED704A}"/>
                </a:ext>
              </a:extLst>
            </p:cNvPr>
            <p:cNvSpPr txBox="1"/>
            <p:nvPr/>
          </p:nvSpPr>
          <p:spPr>
            <a:xfrm>
              <a:off x="6162676" y="4088414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Ship Transport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8B6D71-752F-3ECC-569E-FB45F6145140}"/>
              </a:ext>
            </a:extLst>
          </p:cNvPr>
          <p:cNvGrpSpPr/>
          <p:nvPr/>
        </p:nvGrpSpPr>
        <p:grpSpPr>
          <a:xfrm>
            <a:off x="4512211" y="3063826"/>
            <a:ext cx="1520981" cy="1352918"/>
            <a:chOff x="4512211" y="3063826"/>
            <a:chExt cx="1520981" cy="13529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C21FF00-B9C7-B153-75C7-E80E5EFAC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11043" y="3063826"/>
              <a:ext cx="776627" cy="77662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BD4997-4E65-3BBB-9859-11E33075401E}"/>
                </a:ext>
              </a:extLst>
            </p:cNvPr>
            <p:cNvSpPr txBox="1"/>
            <p:nvPr/>
          </p:nvSpPr>
          <p:spPr>
            <a:xfrm>
              <a:off x="4512211" y="4108967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Pipeline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7A75B7B-54F8-1DF3-5C8B-0B64A71548F3}"/>
              </a:ext>
            </a:extLst>
          </p:cNvPr>
          <p:cNvSpPr txBox="1"/>
          <p:nvPr/>
        </p:nvSpPr>
        <p:spPr>
          <a:xfrm>
            <a:off x="2875985" y="4108967"/>
            <a:ext cx="1520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Fuel Transport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AC6FFA-BF54-56B6-8409-9100BCAAAAA6}"/>
              </a:ext>
            </a:extLst>
          </p:cNvPr>
          <p:cNvGrpSpPr/>
          <p:nvPr/>
        </p:nvGrpSpPr>
        <p:grpSpPr>
          <a:xfrm>
            <a:off x="1704963" y="3167492"/>
            <a:ext cx="993530" cy="1228698"/>
            <a:chOff x="1704963" y="3167492"/>
            <a:chExt cx="993530" cy="122869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DE21E1-2256-17AB-AE74-9FD8B1A6E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5097" y="3167492"/>
              <a:ext cx="673262" cy="67326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1FEB07-7005-9584-F14F-09FA6F905467}"/>
                </a:ext>
              </a:extLst>
            </p:cNvPr>
            <p:cNvSpPr txBox="1"/>
            <p:nvPr/>
          </p:nvSpPr>
          <p:spPr>
            <a:xfrm>
              <a:off x="1704963" y="4088413"/>
              <a:ext cx="993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Fuel Tank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630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D1B8-3E9A-AA9D-EF69-497F74D3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7E05-3C19-1EBD-96C4-418E645C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H2P-G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BDC1CB-6C40-DEA9-59CA-D74A33E11023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11A70-E928-752C-ADE5-3CBA78D46B8C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7755526-AB29-7998-C2C3-808DE2C0EADF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56628039-A905-58EA-7B68-A02F0E9A1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0EB9993D-0D35-7876-630D-F68F18FB5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307A2E-0B96-E1FD-F197-BED617231040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65A9400-11BA-C836-3049-52563A7B167F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AFBBE-1953-E945-49AA-72DC4F53F354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0F6E033-517F-AFDD-DA2C-92332CEBF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6ECF15-61D5-8939-5D39-EE01CA26095E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94F50EB-7E99-FD54-DBFE-E79608CBCA1E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0CF113A-C756-FD1B-D879-71DB2E22F2CD}"/>
              </a:ext>
            </a:extLst>
          </p:cNvPr>
          <p:cNvSpPr/>
          <p:nvPr/>
        </p:nvSpPr>
        <p:spPr>
          <a:xfrm>
            <a:off x="5634824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5ABD07-5232-FF47-3294-014B6A159E75}"/>
              </a:ext>
            </a:extLst>
          </p:cNvPr>
          <p:cNvGrpSpPr/>
          <p:nvPr/>
        </p:nvGrpSpPr>
        <p:grpSpPr>
          <a:xfrm>
            <a:off x="5934320" y="3092479"/>
            <a:ext cx="1755979" cy="1303711"/>
            <a:chOff x="5934320" y="3092479"/>
            <a:chExt cx="1755979" cy="13037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EC3647F-3D95-1242-1EC3-9B40DCAA4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93608" y="3092479"/>
              <a:ext cx="1037404" cy="103740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488854-BC02-2709-46A2-3C38677D0226}"/>
                </a:ext>
              </a:extLst>
            </p:cNvPr>
            <p:cNvSpPr txBox="1"/>
            <p:nvPr/>
          </p:nvSpPr>
          <p:spPr>
            <a:xfrm>
              <a:off x="5934320" y="4088413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Hydrogen Transport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9932411-CD48-4A6C-67FF-4822CE62FAD9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CABB71-5595-F237-9CCD-E3E886843CFC}"/>
              </a:ext>
            </a:extLst>
          </p:cNvPr>
          <p:cNvGrpSpPr/>
          <p:nvPr/>
        </p:nvGrpSpPr>
        <p:grpSpPr>
          <a:xfrm>
            <a:off x="4563271" y="3257784"/>
            <a:ext cx="1293142" cy="1352758"/>
            <a:chOff x="4563271" y="3257784"/>
            <a:chExt cx="1293142" cy="1352758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B9BAE88-9A18-77EA-643B-3ABB8DFAF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9984" y="3257784"/>
              <a:ext cx="784840" cy="78484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16B367A-F9DC-A64C-C867-07890C3E90D4}"/>
                </a:ext>
              </a:extLst>
            </p:cNvPr>
            <p:cNvSpPr txBox="1"/>
            <p:nvPr/>
          </p:nvSpPr>
          <p:spPr>
            <a:xfrm>
              <a:off x="4563271" y="4087322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</a:t>
              </a:r>
              <a:r>
                <a:rPr lang="en-US" sz="1400" baseline="-25000" dirty="0"/>
                <a:t>2</a:t>
              </a:r>
              <a:r>
                <a:rPr lang="en-US" sz="1400" dirty="0"/>
                <a:t> Storage UG 200bar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474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2F09-306E-BCD4-7C86-3FAFAF58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F8C6-4705-717D-CBF8-652F8514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H2P-L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F3F438-62B3-CB9C-7FAF-D127925A6DEA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56C35E-C17F-D0E4-17AB-B7838CEF140D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621F7B1-B63B-8F56-606D-2628E2BEC925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55AC7E82-DC9F-DD74-3636-E73CCB7BA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C494C1F4-F246-CD69-C1EE-5EC1905690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742EF6-56A3-8FEC-2A28-286BA7FDDCA9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D9BDA94-32DE-E0F5-D2EB-7C9ACC002A5F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874B01-0860-1B1E-9834-53241FED04DC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13E7280-F67D-BAD5-FFA0-4B24E008D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9E5567-BDDC-2DCF-E30B-731C0A959ABC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7E10753-630B-797B-834F-5679450CA2BD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FE19DFB-454B-3836-7641-080D75A9E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608" y="3092479"/>
            <a:ext cx="1037404" cy="1037404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87A3728F-63DE-FF60-503C-96C53933D333}"/>
              </a:ext>
            </a:extLst>
          </p:cNvPr>
          <p:cNvSpPr/>
          <p:nvPr/>
        </p:nvSpPr>
        <p:spPr>
          <a:xfrm>
            <a:off x="5634824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55BCB7-EC3C-0235-9CCD-2317DB4AB7E2}"/>
              </a:ext>
            </a:extLst>
          </p:cNvPr>
          <p:cNvSpPr txBox="1"/>
          <p:nvPr/>
        </p:nvSpPr>
        <p:spPr>
          <a:xfrm>
            <a:off x="5934320" y="4088413"/>
            <a:ext cx="1755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Hydrogen Transport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64357B-3ED5-093B-95A3-159F45E11967}"/>
              </a:ext>
            </a:extLst>
          </p:cNvPr>
          <p:cNvSpPr txBox="1"/>
          <p:nvPr/>
        </p:nvSpPr>
        <p:spPr>
          <a:xfrm>
            <a:off x="4470608" y="4088412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Liquid Storage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836AF5-FB07-DE27-24E6-E923DFFFB222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029FB-219B-8EBA-AF25-70FA38E57A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984" y="3232997"/>
            <a:ext cx="692390" cy="69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3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9F02-6F15-548A-CBAD-BA2609D5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4B1C-2A90-3389-2902-4E87EE69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SOL-SALT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232838-ED1A-4BA2-3A4E-4ADA158A8197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5CC3ED-1AB3-FCAB-4E9B-07892BB26A1C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87FE7C-19D0-DED2-4FFC-2DE493425B40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3EBF9BF0-B9DA-E98C-A809-9982953E53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C2B579BF-E0D1-4DB3-F720-482A7EED9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ED818E-EFE5-1B19-6466-781736BA8D7D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141F13AB-BF0D-1F93-10AC-1AEAD38A550C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8B892B-A895-017F-C51B-DE0D2C0B9F9D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FBB8EE4-B1ED-9B20-46E1-1E73A13E4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0C2297-A787-F160-9CD0-DA58FAF3F114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3CB250A-9431-B411-DF6C-D0B857FD2347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1B34693-9CA6-9D40-620A-64887F624C01}"/>
              </a:ext>
            </a:extLst>
          </p:cNvPr>
          <p:cNvSpPr/>
          <p:nvPr/>
        </p:nvSpPr>
        <p:spPr>
          <a:xfrm>
            <a:off x="5634824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82F9F-EAC8-BC73-E955-41EA69790043}"/>
              </a:ext>
            </a:extLst>
          </p:cNvPr>
          <p:cNvSpPr txBox="1"/>
          <p:nvPr/>
        </p:nvSpPr>
        <p:spPr>
          <a:xfrm>
            <a:off x="5939379" y="4088413"/>
            <a:ext cx="1755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Steam Generator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1CC2D-43F6-F3C7-13B0-A8102D7BDACE}"/>
              </a:ext>
            </a:extLst>
          </p:cNvPr>
          <p:cNvSpPr txBox="1"/>
          <p:nvPr/>
        </p:nvSpPr>
        <p:spPr>
          <a:xfrm>
            <a:off x="4357146" y="4087322"/>
            <a:ext cx="170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Concentrator Salt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7356CF-D829-B799-26A6-47C590718690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2461A-B90D-0F33-974E-8E60CEEAE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844" y="3140547"/>
            <a:ext cx="869051" cy="869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049F8-34D1-C0E0-2A46-F4645B048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531" y="3169870"/>
            <a:ext cx="882622" cy="88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0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A609-4A75-BBFD-D3F2-C6D690EC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ABEF-C503-6E03-8AD7-E702E654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SOL-STEAM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5CC3DA-B7EA-E6D1-28C6-F667751A3DDD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CEE18B-FAB5-3F4A-C328-2E8CBBA7577D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DAB386F-BB3A-EEF0-5160-6618278C8BD3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FBE97204-C7C4-859B-3920-501C876B6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B266F6A1-7493-4242-24F7-C29912976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51DE14-9E6C-AA17-CBF7-42F4EAAC295A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62DE02D-2430-9A3D-905A-5A4167183687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FA0BC0-FD52-7357-1EC0-1DED6F01B16D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ED1DDF-86B2-38E7-9956-FC3FB84B9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FA72FE-753F-2653-3F02-EBA4651680DF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A58F5FD-DAD7-E58B-F904-413503B40511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352CFA-AB61-A184-2C4F-FD6F789EFDFA}"/>
              </a:ext>
            </a:extLst>
          </p:cNvPr>
          <p:cNvSpPr txBox="1"/>
          <p:nvPr/>
        </p:nvSpPr>
        <p:spPr>
          <a:xfrm>
            <a:off x="5934320" y="4088413"/>
            <a:ext cx="1755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Concentrator Steam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EB861-3E1E-85E3-EC15-40362769675B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F99683-EE37-DCB8-0E38-E4549A22B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700" y="3140547"/>
            <a:ext cx="900195" cy="90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7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DECB-2D25-6EA8-0D66-361722A9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F38-0A25-39C4-D13D-5346171D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BIO-OIL-ICE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39ED91-7EAF-C80E-6A14-526FD6D01E42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C25DE9-0216-1CA8-FAB2-E47B50BA5922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606FFA-0696-199C-8A51-A6FE7D23C454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FD7972A9-AE29-BE37-EA31-BE1F8B562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2A04E63D-C4CA-238D-6693-D15A5F018A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4E3CB0-8E2A-B8EF-855B-44C93B85D734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4A67091-C37C-2F73-516C-D3E34AA3FDF5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3AAFE-C169-43E2-3FFD-971B3E49DA56}"/>
              </a:ext>
            </a:extLst>
          </p:cNvPr>
          <p:cNvSpPr txBox="1"/>
          <p:nvPr/>
        </p:nvSpPr>
        <p:spPr>
          <a:xfrm>
            <a:off x="7813141" y="4088413"/>
            <a:ext cx="1520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ICE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65C14B48-F928-78BF-D314-E77D31AFBEE0}"/>
              </a:ext>
            </a:extLst>
          </p:cNvPr>
          <p:cNvSpPr/>
          <p:nvPr/>
        </p:nvSpPr>
        <p:spPr>
          <a:xfrm>
            <a:off x="7463846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E1238AF5-0E42-7B73-91DF-CA132EBA16CA}"/>
              </a:ext>
            </a:extLst>
          </p:cNvPr>
          <p:cNvSpPr/>
          <p:nvPr/>
        </p:nvSpPr>
        <p:spPr>
          <a:xfrm>
            <a:off x="6025109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EF9B94-3081-4E53-DC82-0BBA1ACBA13B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72415-5666-39C3-D4D4-D8CF2114A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042" y="3130404"/>
            <a:ext cx="850590" cy="85059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8606D4B-7C56-6CF5-5940-34448A846AE2}"/>
              </a:ext>
            </a:extLst>
          </p:cNvPr>
          <p:cNvGrpSpPr/>
          <p:nvPr/>
        </p:nvGrpSpPr>
        <p:grpSpPr>
          <a:xfrm>
            <a:off x="6505243" y="3219068"/>
            <a:ext cx="993530" cy="1177122"/>
            <a:chOff x="1704963" y="3219068"/>
            <a:chExt cx="993530" cy="11771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F09CAD-DBCA-0E3B-E0EF-EB414AEE7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5097" y="3219068"/>
              <a:ext cx="673262" cy="6732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AD85AF-DD23-4632-20B0-E3799688A45B}"/>
                </a:ext>
              </a:extLst>
            </p:cNvPr>
            <p:cNvSpPr txBox="1"/>
            <p:nvPr/>
          </p:nvSpPr>
          <p:spPr>
            <a:xfrm>
              <a:off x="1704963" y="4088413"/>
              <a:ext cx="993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Fuel Tank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08222BB-AE9C-8612-7203-F9E28DE1AE4D}"/>
              </a:ext>
            </a:extLst>
          </p:cNvPr>
          <p:cNvGrpSpPr/>
          <p:nvPr/>
        </p:nvGrpSpPr>
        <p:grpSpPr>
          <a:xfrm>
            <a:off x="4853197" y="3140547"/>
            <a:ext cx="1293142" cy="1254552"/>
            <a:chOff x="4875499" y="3140547"/>
            <a:chExt cx="1293142" cy="125455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A4A3087-9F16-B4AD-43EE-8C507D7BC685}"/>
                </a:ext>
              </a:extLst>
            </p:cNvPr>
            <p:cNvSpPr txBox="1"/>
            <p:nvPr/>
          </p:nvSpPr>
          <p:spPr>
            <a:xfrm>
              <a:off x="4875499" y="4087322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Refining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781CAC-D471-1BE9-DC3B-7EA4508A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7304" y="3140547"/>
              <a:ext cx="841298" cy="841298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A6CD6BDF-32A6-5866-9EC4-FAC89D366727}"/>
              </a:ext>
            </a:extLst>
          </p:cNvPr>
          <p:cNvSpPr/>
          <p:nvPr/>
        </p:nvSpPr>
        <p:spPr>
          <a:xfrm>
            <a:off x="4304042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33FFCD-4741-997C-04A9-308A2B171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694" y="3172075"/>
            <a:ext cx="826539" cy="8265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ED381B3-33BD-1E84-4EA0-1998A5A4940B}"/>
              </a:ext>
            </a:extLst>
          </p:cNvPr>
          <p:cNvSpPr txBox="1"/>
          <p:nvPr/>
        </p:nvSpPr>
        <p:spPr>
          <a:xfrm>
            <a:off x="2991737" y="4087322"/>
            <a:ext cx="1520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Bio-oil</a:t>
            </a:r>
          </a:p>
        </p:txBody>
      </p:sp>
    </p:spTree>
    <p:extLst>
      <p:ext uri="{BB962C8B-B14F-4D97-AF65-F5344CB8AC3E}">
        <p14:creationId xmlns:p14="http://schemas.microsoft.com/office/powerpoint/2010/main" val="163021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9032-46C7-29BB-4125-912057D2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FEF1-D2E7-1C7B-3B2A-8CE8FB93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PALM-ICE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BC7C1F-A53D-7EF7-D0CF-6B6FAA2728E4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67DBD6-5C5E-99B3-20CA-02EDC409FF9D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17C4B79-9CDB-C6C8-D543-44043CB0D2D1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821736B2-8AE5-4F52-2EB3-828B65547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F4AA128D-7C25-0B84-A1B6-19909DB5F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36B765-17AB-D8D7-CC7B-934373D569E9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0B47502-AD8F-36C3-268D-BA5370AB882F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CBD7D6-DD71-B4F7-03EB-08F9665769E1}"/>
              </a:ext>
            </a:extLst>
          </p:cNvPr>
          <p:cNvSpPr txBox="1"/>
          <p:nvPr/>
        </p:nvSpPr>
        <p:spPr>
          <a:xfrm>
            <a:off x="7813141" y="4088413"/>
            <a:ext cx="1520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ICE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F1B162D-C4B9-72C2-36B8-6F0CD1FB922A}"/>
              </a:ext>
            </a:extLst>
          </p:cNvPr>
          <p:cNvSpPr/>
          <p:nvPr/>
        </p:nvSpPr>
        <p:spPr>
          <a:xfrm>
            <a:off x="7463846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FE2AEBC-4861-FB1B-18D5-F94F0CE0EC1A}"/>
              </a:ext>
            </a:extLst>
          </p:cNvPr>
          <p:cNvSpPr/>
          <p:nvPr/>
        </p:nvSpPr>
        <p:spPr>
          <a:xfrm>
            <a:off x="6025109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3F97E7-5A7B-EA12-3502-1DB6B2929FAE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697F5-8639-8495-3A8A-595859980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042" y="3130404"/>
            <a:ext cx="850590" cy="85059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8B286E2-0D5A-E98C-D427-2BE4846CE731}"/>
              </a:ext>
            </a:extLst>
          </p:cNvPr>
          <p:cNvGrpSpPr/>
          <p:nvPr/>
        </p:nvGrpSpPr>
        <p:grpSpPr>
          <a:xfrm>
            <a:off x="6505243" y="3219068"/>
            <a:ext cx="993530" cy="1177122"/>
            <a:chOff x="1704963" y="3219068"/>
            <a:chExt cx="993530" cy="11771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CD0D42-D102-988B-EE3D-D8373BB41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5097" y="3219068"/>
              <a:ext cx="673262" cy="6732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7456FF-AE5A-2A07-5A1D-86DC280FAD70}"/>
                </a:ext>
              </a:extLst>
            </p:cNvPr>
            <p:cNvSpPr txBox="1"/>
            <p:nvPr/>
          </p:nvSpPr>
          <p:spPr>
            <a:xfrm>
              <a:off x="1704963" y="4088413"/>
              <a:ext cx="993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Fuel Tank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E6EBC1-E497-9B84-5330-8F364D0A7E42}"/>
              </a:ext>
            </a:extLst>
          </p:cNvPr>
          <p:cNvGrpSpPr/>
          <p:nvPr/>
        </p:nvGrpSpPr>
        <p:grpSpPr>
          <a:xfrm>
            <a:off x="4853197" y="3140547"/>
            <a:ext cx="1293142" cy="1254552"/>
            <a:chOff x="4875499" y="3140547"/>
            <a:chExt cx="1293142" cy="125455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8B55F4-5B69-B9AD-608E-85076728213F}"/>
                </a:ext>
              </a:extLst>
            </p:cNvPr>
            <p:cNvSpPr txBox="1"/>
            <p:nvPr/>
          </p:nvSpPr>
          <p:spPr>
            <a:xfrm>
              <a:off x="4875499" y="4087322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Refining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3F10BEA-126F-ECA3-392A-73EF1C180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7304" y="3140547"/>
              <a:ext cx="841298" cy="841298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F396350E-8DE8-90AC-D80E-1CD98B3AD3C4}"/>
              </a:ext>
            </a:extLst>
          </p:cNvPr>
          <p:cNvSpPr/>
          <p:nvPr/>
        </p:nvSpPr>
        <p:spPr>
          <a:xfrm>
            <a:off x="4304042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F18C88-2575-78A0-2DA9-973B55FD2415}"/>
              </a:ext>
            </a:extLst>
          </p:cNvPr>
          <p:cNvGrpSpPr/>
          <p:nvPr/>
        </p:nvGrpSpPr>
        <p:grpSpPr>
          <a:xfrm>
            <a:off x="2991737" y="3172075"/>
            <a:ext cx="1520981" cy="1223024"/>
            <a:chOff x="2991737" y="3172075"/>
            <a:chExt cx="1520981" cy="122302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E99732A-2557-6790-ACF7-FCC5DCB30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38694" y="3172075"/>
              <a:ext cx="826539" cy="82653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FB213E-9941-3FAC-EFE0-0649605DDC4A}"/>
                </a:ext>
              </a:extLst>
            </p:cNvPr>
            <p:cNvSpPr txBox="1"/>
            <p:nvPr/>
          </p:nvSpPr>
          <p:spPr>
            <a:xfrm>
              <a:off x="2991737" y="4087322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Bio-oil</a:t>
              </a:r>
            </a:p>
          </p:txBody>
        </p:sp>
      </p:grp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0EB0A02-1E8E-8E67-1B8F-8B0E8C0AF215}"/>
              </a:ext>
            </a:extLst>
          </p:cNvPr>
          <p:cNvSpPr/>
          <p:nvPr/>
        </p:nvSpPr>
        <p:spPr>
          <a:xfrm>
            <a:off x="2638201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6D3B6262-AA18-E963-7A85-8653CADE3B31}"/>
              </a:ext>
            </a:extLst>
          </p:cNvPr>
          <p:cNvSpPr/>
          <p:nvPr/>
        </p:nvSpPr>
        <p:spPr>
          <a:xfrm>
            <a:off x="1118356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D2A52D-9F83-A1F2-23AE-F34B2AAFA7F4}"/>
              </a:ext>
            </a:extLst>
          </p:cNvPr>
          <p:cNvGrpSpPr/>
          <p:nvPr/>
        </p:nvGrpSpPr>
        <p:grpSpPr>
          <a:xfrm>
            <a:off x="-129957" y="3140547"/>
            <a:ext cx="1520981" cy="1254552"/>
            <a:chOff x="-129957" y="3140547"/>
            <a:chExt cx="1520981" cy="125455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B317E40-E080-CE5C-E0DA-8238921BA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8290" y="3140547"/>
              <a:ext cx="841298" cy="84129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E8961B-0437-6F61-CBF0-22FACE336549}"/>
                </a:ext>
              </a:extLst>
            </p:cNvPr>
            <p:cNvSpPr txBox="1"/>
            <p:nvPr/>
          </p:nvSpPr>
          <p:spPr>
            <a:xfrm>
              <a:off x="-129957" y="4087322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Palm-oil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E3F5BD-51EE-8D96-862C-E47DC92A8BA4}"/>
              </a:ext>
            </a:extLst>
          </p:cNvPr>
          <p:cNvGrpSpPr/>
          <p:nvPr/>
        </p:nvGrpSpPr>
        <p:grpSpPr>
          <a:xfrm>
            <a:off x="1362178" y="3250606"/>
            <a:ext cx="1520981" cy="1144493"/>
            <a:chOff x="1362178" y="3250606"/>
            <a:chExt cx="1520981" cy="114449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CEEC645-1F91-E7E8-5F2D-5AFA13DD2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50170" y="3250606"/>
              <a:ext cx="763316" cy="76331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DBCDE9-B5EB-7181-DDEC-37B11974DC78}"/>
                </a:ext>
              </a:extLst>
            </p:cNvPr>
            <p:cNvSpPr txBox="1"/>
            <p:nvPr/>
          </p:nvSpPr>
          <p:spPr>
            <a:xfrm>
              <a:off x="1362178" y="4087322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Cracking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050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233F4-37C2-EBD2-FDE5-B7DDFAE6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0333-CB48-B595-794D-16D479E8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BIO-WOOD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DE382-0A45-4EB7-9635-2DFF0D5B1069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C2666A-ACC5-9043-2559-9CF0551ADC64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72577D9-FD17-4E8C-5C8C-2277B56D1419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40D41235-C512-7232-66A2-37D762070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0B007DCB-B031-1BEB-F1DE-10A3D608C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595557-FD61-C90D-8738-E9DE7C2BD418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7C0AD50B-BCAA-AB75-991B-86A97732887E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A8831F-62E4-3A9A-17D7-A210997D3D99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C837297-9274-6E54-9638-B509D3A25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CB81F65-BE2B-D4DA-F811-3CB55E8431ED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DA1D80B-A8E0-5553-FB2B-8F98D3E44205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F0DF7C4-87E3-6907-46AB-D5B7226A159A}"/>
              </a:ext>
            </a:extLst>
          </p:cNvPr>
          <p:cNvSpPr/>
          <p:nvPr/>
        </p:nvSpPr>
        <p:spPr>
          <a:xfrm>
            <a:off x="5634824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4BC088-FDD8-F26F-BEBA-A76052F00FC7}"/>
              </a:ext>
            </a:extLst>
          </p:cNvPr>
          <p:cNvSpPr txBox="1"/>
          <p:nvPr/>
        </p:nvSpPr>
        <p:spPr>
          <a:xfrm>
            <a:off x="5934320" y="4088413"/>
            <a:ext cx="1755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Steam Reforming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F22E7C-7180-6D09-2279-142F20A46504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C46018-C0CE-F562-9A0B-4815C5176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190" y="3097182"/>
            <a:ext cx="967278" cy="9672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6E34434-B011-E84E-6937-60806B64703D}"/>
              </a:ext>
            </a:extLst>
          </p:cNvPr>
          <p:cNvGrpSpPr/>
          <p:nvPr/>
        </p:nvGrpSpPr>
        <p:grpSpPr>
          <a:xfrm>
            <a:off x="4278367" y="3168419"/>
            <a:ext cx="1520981" cy="1227771"/>
            <a:chOff x="2991472" y="3172075"/>
            <a:chExt cx="1520981" cy="12277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C36B0E-F90E-73AE-2868-C70AE392C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38694" y="3172075"/>
              <a:ext cx="826539" cy="82653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02CB5B-8DC0-DD71-89B6-F9AFC0E56BDE}"/>
                </a:ext>
              </a:extLst>
            </p:cNvPr>
            <p:cNvSpPr txBox="1"/>
            <p:nvPr/>
          </p:nvSpPr>
          <p:spPr>
            <a:xfrm>
              <a:off x="2991472" y="4092069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Bio-oil</a:t>
              </a:r>
            </a:p>
          </p:txBody>
        </p:sp>
      </p:grpSp>
      <p:sp>
        <p:nvSpPr>
          <p:cNvPr id="7" name="Right Arrow 6">
            <a:extLst>
              <a:ext uri="{FF2B5EF4-FFF2-40B4-BE49-F238E27FC236}">
                <a16:creationId xmlns:a16="http://schemas.microsoft.com/office/drawing/2014/main" id="{EE88C25C-9788-0440-6B33-7D8258314AA6}"/>
              </a:ext>
            </a:extLst>
          </p:cNvPr>
          <p:cNvSpPr/>
          <p:nvPr/>
        </p:nvSpPr>
        <p:spPr>
          <a:xfrm>
            <a:off x="3923748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57876F-E311-0E81-0B3A-3C308DCB38C2}"/>
              </a:ext>
            </a:extLst>
          </p:cNvPr>
          <p:cNvGrpSpPr/>
          <p:nvPr/>
        </p:nvGrpSpPr>
        <p:grpSpPr>
          <a:xfrm>
            <a:off x="2830239" y="3140547"/>
            <a:ext cx="945893" cy="1231690"/>
            <a:chOff x="2830239" y="3140547"/>
            <a:chExt cx="945893" cy="12316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AF4E6F2-4894-49F3-2E57-5FD4C2FAA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75981" y="3140547"/>
              <a:ext cx="854411" cy="85441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57C3E-D5E2-2553-E576-632B332EA36D}"/>
                </a:ext>
              </a:extLst>
            </p:cNvPr>
            <p:cNvSpPr txBox="1"/>
            <p:nvPr/>
          </p:nvSpPr>
          <p:spPr>
            <a:xfrm>
              <a:off x="2830239" y="4064460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Pyrolysis</a:t>
              </a:r>
            </a:p>
          </p:txBody>
        </p:sp>
      </p:grp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DB26096-9D0E-652C-F57F-11D43CD6C305}"/>
              </a:ext>
            </a:extLst>
          </p:cNvPr>
          <p:cNvSpPr/>
          <p:nvPr/>
        </p:nvSpPr>
        <p:spPr>
          <a:xfrm>
            <a:off x="2223333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C70E97-011C-6B8A-F013-77829E04CE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2468" y="3168419"/>
            <a:ext cx="856314" cy="8563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890F58E-07B3-AE30-7FFE-65F79D2135AD}"/>
              </a:ext>
            </a:extLst>
          </p:cNvPr>
          <p:cNvSpPr txBox="1"/>
          <p:nvPr/>
        </p:nvSpPr>
        <p:spPr>
          <a:xfrm>
            <a:off x="1074394" y="4064459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Wood</a:t>
            </a:r>
          </a:p>
        </p:txBody>
      </p:sp>
    </p:spTree>
    <p:extLst>
      <p:ext uri="{BB962C8B-B14F-4D97-AF65-F5344CB8AC3E}">
        <p14:creationId xmlns:p14="http://schemas.microsoft.com/office/powerpoint/2010/main" val="108342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628E-09B1-9C3B-409B-B403ECCC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8A1C-4E2A-9548-2DE1-EAE118FC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IMP-BIOG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0D0143-2F78-1FCD-A2C4-158B5D06F28E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5A4BC2-F6E5-8CDF-FAD6-386E69D5DBC0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228AB7F-2B20-A353-D2AD-BDE35C2F95BE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19AF30AB-4939-1AAC-89E6-02B8C36328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FBDA276D-7364-5575-C622-07CD1A2D5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C98C98-8912-4E69-7F16-1C1057AE0079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94409BE-771E-008E-102E-0604611BC264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78C727-D36D-02A3-4C45-5494FF41B8F0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EFBE618-7DD4-F942-85EE-CFAF69792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E0C38C-DBEB-F36E-A302-B585350DC447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FC4B5A2-4D8A-DB61-9D65-C629735C2181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536FEE6A-C26E-E394-7021-B8B5D0F1B8CE}"/>
              </a:ext>
            </a:extLst>
          </p:cNvPr>
          <p:cNvSpPr/>
          <p:nvPr/>
        </p:nvSpPr>
        <p:spPr>
          <a:xfrm>
            <a:off x="5684966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D8AD0-739F-6CE7-FEFE-6D4B57CF2416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A75863-393D-015E-33D1-23BC432B1F3B}"/>
              </a:ext>
            </a:extLst>
          </p:cNvPr>
          <p:cNvGrpSpPr/>
          <p:nvPr/>
        </p:nvGrpSpPr>
        <p:grpSpPr>
          <a:xfrm>
            <a:off x="5934320" y="3202373"/>
            <a:ext cx="1755979" cy="1193817"/>
            <a:chOff x="5934320" y="3202373"/>
            <a:chExt cx="1755979" cy="11938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2D4D36-0276-7708-2C69-B7AFE1DE4F63}"/>
                </a:ext>
              </a:extLst>
            </p:cNvPr>
            <p:cNvSpPr txBox="1"/>
            <p:nvPr/>
          </p:nvSpPr>
          <p:spPr>
            <a:xfrm>
              <a:off x="5934320" y="4088413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Biogas purification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DFD969-92DE-2F90-62B3-AC422E88F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34279" y="3202373"/>
              <a:ext cx="817616" cy="817616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B9F46DF-AF15-3067-FAED-0BA41A13683E}"/>
              </a:ext>
            </a:extLst>
          </p:cNvPr>
          <p:cNvGrpSpPr/>
          <p:nvPr/>
        </p:nvGrpSpPr>
        <p:grpSpPr>
          <a:xfrm>
            <a:off x="4290497" y="3044954"/>
            <a:ext cx="1520981" cy="1313797"/>
            <a:chOff x="4463323" y="3063826"/>
            <a:chExt cx="1520981" cy="13137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C7E1C4-DE87-889F-4C3A-BD95C33BF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07237" y="3063826"/>
              <a:ext cx="880433" cy="88043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A20D0D-0189-2AFE-2914-64FAA5F2FDA8}"/>
                </a:ext>
              </a:extLst>
            </p:cNvPr>
            <p:cNvSpPr txBox="1"/>
            <p:nvPr/>
          </p:nvSpPr>
          <p:spPr>
            <a:xfrm>
              <a:off x="4463323" y="4069846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Pipeline</a:t>
              </a:r>
            </a:p>
          </p:txBody>
        </p:sp>
      </p:grpSp>
      <p:sp>
        <p:nvSpPr>
          <p:cNvPr id="7" name="Right Arrow 6">
            <a:extLst>
              <a:ext uri="{FF2B5EF4-FFF2-40B4-BE49-F238E27FC236}">
                <a16:creationId xmlns:a16="http://schemas.microsoft.com/office/drawing/2014/main" id="{FB1B2556-C9B0-DD19-981A-E60344C4C185}"/>
              </a:ext>
            </a:extLst>
          </p:cNvPr>
          <p:cNvSpPr/>
          <p:nvPr/>
        </p:nvSpPr>
        <p:spPr>
          <a:xfrm>
            <a:off x="3946100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24F932-B5A0-66EF-6C78-4FF33FC91102}"/>
              </a:ext>
            </a:extLst>
          </p:cNvPr>
          <p:cNvGrpSpPr/>
          <p:nvPr/>
        </p:nvGrpSpPr>
        <p:grpSpPr>
          <a:xfrm>
            <a:off x="2288834" y="3139556"/>
            <a:ext cx="1755979" cy="1256634"/>
            <a:chOff x="2288834" y="3139556"/>
            <a:chExt cx="1755979" cy="12566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BFC95D-4C63-8C5C-680D-1AEA8955B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06270" y="3139556"/>
              <a:ext cx="880433" cy="88043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3C9FB3-18A9-0138-75C9-E25441551BA7}"/>
                </a:ext>
              </a:extLst>
            </p:cNvPr>
            <p:cNvSpPr txBox="1"/>
            <p:nvPr/>
          </p:nvSpPr>
          <p:spPr>
            <a:xfrm>
              <a:off x="2288834" y="4088413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Biogas (50% CH</a:t>
              </a:r>
              <a:r>
                <a:rPr lang="en-US" sz="1400" baseline="-25000" dirty="0"/>
                <a:t>4</a:t>
              </a:r>
              <a:r>
                <a:rPr lang="en-US" sz="1400" dirty="0"/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2543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6236-72ED-06FB-553F-8B39B0DD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6AB9-B8F5-8DB6-570C-D17AC737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NH3-P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5DCD7-152C-727D-04B4-2C76EE856A90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32C058-0DEC-F445-DB57-F04E63FA6130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FBD860-00E0-A8C5-AB7C-48B95BC61A1B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8BBD088C-7DF5-28D7-8E6C-B3BFC6401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42E930C0-835C-2DB6-9800-14653B18B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094C45-492B-AA07-8501-1962F88CBDC8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ED4D8A15-DC48-8425-93D2-A20F6E99F310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AE33A1-3E30-F1B8-FF87-D14F3573CA42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AA6C6CE-BCE6-2087-B290-260AE99B9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D315E-6427-281C-4730-5F099B30535D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B159466-D26B-9ABF-DAA5-A44A6AB2369E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388DD98B-0956-2358-4EC2-D3B0961C2B85}"/>
              </a:ext>
            </a:extLst>
          </p:cNvPr>
          <p:cNvSpPr/>
          <p:nvPr/>
        </p:nvSpPr>
        <p:spPr>
          <a:xfrm>
            <a:off x="5634824" y="35004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A234ED-57E3-C0A4-05BB-BD773AB4B102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B02084-F4CA-6275-6E76-4F6894B927F7}"/>
              </a:ext>
            </a:extLst>
          </p:cNvPr>
          <p:cNvGrpSpPr/>
          <p:nvPr/>
        </p:nvGrpSpPr>
        <p:grpSpPr>
          <a:xfrm>
            <a:off x="5934320" y="3092479"/>
            <a:ext cx="1755979" cy="1303711"/>
            <a:chOff x="5934320" y="3092479"/>
            <a:chExt cx="1755979" cy="13037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5298AC-5E39-B200-691A-C9DCA3188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93608" y="3092479"/>
              <a:ext cx="1037404" cy="103740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80C4CB-6E9E-7BD2-B20F-A1043127E198}"/>
                </a:ext>
              </a:extLst>
            </p:cNvPr>
            <p:cNvSpPr txBox="1"/>
            <p:nvPr/>
          </p:nvSpPr>
          <p:spPr>
            <a:xfrm>
              <a:off x="5934320" y="4088413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Hydrogen Transport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A56EA2F-A3C1-40D5-811F-A1FD89429A95}"/>
              </a:ext>
            </a:extLst>
          </p:cNvPr>
          <p:cNvGrpSpPr/>
          <p:nvPr/>
        </p:nvGrpSpPr>
        <p:grpSpPr>
          <a:xfrm>
            <a:off x="4563271" y="3257784"/>
            <a:ext cx="1293142" cy="1352758"/>
            <a:chOff x="4563271" y="3257784"/>
            <a:chExt cx="1293142" cy="135275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4BE5C7-AE44-E96A-D9A7-68BB4DCD2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9984" y="3257784"/>
              <a:ext cx="784840" cy="7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884272-A6DE-5601-93C5-2364244535C0}"/>
                </a:ext>
              </a:extLst>
            </p:cNvPr>
            <p:cNvSpPr txBox="1"/>
            <p:nvPr/>
          </p:nvSpPr>
          <p:spPr>
            <a:xfrm>
              <a:off x="4563271" y="4087322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H2 Storage UG 200bar</a:t>
              </a:r>
            </a:p>
          </p:txBody>
        </p:sp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B06AB0B3-4106-8DDC-22E9-3548B340D9B2}"/>
              </a:ext>
            </a:extLst>
          </p:cNvPr>
          <p:cNvSpPr/>
          <p:nvPr/>
        </p:nvSpPr>
        <p:spPr>
          <a:xfrm>
            <a:off x="4151641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7A0E8D-DCA6-3DC1-B1C0-A72303966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4572" y="3140547"/>
            <a:ext cx="1048642" cy="104864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A1D8FB-158C-8A25-158E-5156E47FB20C}"/>
              </a:ext>
            </a:extLst>
          </p:cNvPr>
          <p:cNvSpPr txBox="1"/>
          <p:nvPr/>
        </p:nvSpPr>
        <p:spPr>
          <a:xfrm>
            <a:off x="2510552" y="4099601"/>
            <a:ext cx="1809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Ammonia cracking</a:t>
            </a:r>
          </a:p>
        </p:txBody>
      </p:sp>
    </p:spTree>
    <p:extLst>
      <p:ext uri="{BB962C8B-B14F-4D97-AF65-F5344CB8AC3E}">
        <p14:creationId xmlns:p14="http://schemas.microsoft.com/office/powerpoint/2010/main" val="203320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2B3B-946B-DC7B-000B-4C585CCC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71B7-EEC0-11FC-0E37-68B7C837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THERM-CH4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B06CF5-0C68-9F8C-9CF0-7BA2E85C9C78}"/>
              </a:ext>
            </a:extLst>
          </p:cNvPr>
          <p:cNvGrpSpPr/>
          <p:nvPr/>
        </p:nvGrpSpPr>
        <p:grpSpPr>
          <a:xfrm>
            <a:off x="9507375" y="3140547"/>
            <a:ext cx="1028700" cy="1255643"/>
            <a:chOff x="4972059" y="3126480"/>
            <a:chExt cx="1028700" cy="125564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3C7ABA2-E142-8DC8-8569-EF0E1AA08A8E}"/>
                </a:ext>
              </a:extLst>
            </p:cNvPr>
            <p:cNvGrpSpPr/>
            <p:nvPr/>
          </p:nvGrpSpPr>
          <p:grpSpPr>
            <a:xfrm>
              <a:off x="4972059" y="3126480"/>
              <a:ext cx="1028700" cy="901700"/>
              <a:chOff x="4786529" y="3086100"/>
              <a:chExt cx="1028700" cy="901700"/>
            </a:xfrm>
          </p:grpSpPr>
          <p:pic>
            <p:nvPicPr>
              <p:cNvPr id="13" name="Graphic 12" descr="Electric Tower with solid fill">
                <a:extLst>
                  <a:ext uri="{FF2B5EF4-FFF2-40B4-BE49-F238E27FC236}">
                    <a16:creationId xmlns:a16="http://schemas.microsoft.com/office/drawing/2014/main" id="{530CAC93-EA31-45A8-8097-11FA02565C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86529" y="3086100"/>
                <a:ext cx="685800" cy="685800"/>
              </a:xfrm>
              <a:prstGeom prst="rect">
                <a:avLst/>
              </a:prstGeom>
            </p:spPr>
          </p:pic>
          <p:pic>
            <p:nvPicPr>
              <p:cNvPr id="14" name="Graphic 13" descr="Electric Tower with solid fill">
                <a:extLst>
                  <a:ext uri="{FF2B5EF4-FFF2-40B4-BE49-F238E27FC236}">
                    <a16:creationId xmlns:a16="http://schemas.microsoft.com/office/drawing/2014/main" id="{661E704D-59FC-93E9-ACC2-57C41178F3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29429" y="3302000"/>
                <a:ext cx="685800" cy="6858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B4AECC-6A1F-E77A-CF22-1BFD14CD4A6B}"/>
                </a:ext>
              </a:extLst>
            </p:cNvPr>
            <p:cNvSpPr txBox="1"/>
            <p:nvPr/>
          </p:nvSpPr>
          <p:spPr>
            <a:xfrm>
              <a:off x="5001118" y="4074346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Grid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76D26C6-7CD7-A3A6-8039-208F26B1279E}"/>
              </a:ext>
            </a:extLst>
          </p:cNvPr>
          <p:cNvSpPr/>
          <p:nvPr/>
        </p:nvSpPr>
        <p:spPr>
          <a:xfrm>
            <a:off x="901745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276D55-FCAD-605A-E5B1-963E9E88B3EE}"/>
              </a:ext>
            </a:extLst>
          </p:cNvPr>
          <p:cNvGrpSpPr/>
          <p:nvPr/>
        </p:nvGrpSpPr>
        <p:grpSpPr>
          <a:xfrm>
            <a:off x="7813141" y="3140547"/>
            <a:ext cx="1520981" cy="1471086"/>
            <a:chOff x="7813141" y="3140547"/>
            <a:chExt cx="1520981" cy="147108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9CD9318-9E15-44D8-D559-9A6CF150F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8665" y="3140547"/>
              <a:ext cx="784840" cy="78484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D5CAF4-88B6-F6BC-BC99-CB0B15901F0E}"/>
                </a:ext>
              </a:extLst>
            </p:cNvPr>
            <p:cNvSpPr txBox="1"/>
            <p:nvPr/>
          </p:nvSpPr>
          <p:spPr>
            <a:xfrm>
              <a:off x="7813141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Power Plant Cycle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2A3810F-782D-BD8F-E48C-10FF5E1C8B64}"/>
              </a:ext>
            </a:extLst>
          </p:cNvPr>
          <p:cNvSpPr/>
          <p:nvPr/>
        </p:nvSpPr>
        <p:spPr>
          <a:xfrm>
            <a:off x="7497299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EACFAF2-8D7F-7318-7F5A-00D4C6ACC468}"/>
              </a:ext>
            </a:extLst>
          </p:cNvPr>
          <p:cNvSpPr/>
          <p:nvPr/>
        </p:nvSpPr>
        <p:spPr>
          <a:xfrm>
            <a:off x="5879642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FEECCF-B7C3-9270-B317-3B39ADDE2702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32E2CD-9D3C-2DE7-D417-550C0A50730D}"/>
              </a:ext>
            </a:extLst>
          </p:cNvPr>
          <p:cNvGrpSpPr/>
          <p:nvPr/>
        </p:nvGrpSpPr>
        <p:grpSpPr>
          <a:xfrm>
            <a:off x="6212294" y="3218760"/>
            <a:ext cx="1442268" cy="1392873"/>
            <a:chOff x="6212294" y="3218760"/>
            <a:chExt cx="1442268" cy="139287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2978C0-3BCF-6D8B-FFBA-BF082E9C39A5}"/>
                </a:ext>
              </a:extLst>
            </p:cNvPr>
            <p:cNvSpPr txBox="1"/>
            <p:nvPr/>
          </p:nvSpPr>
          <p:spPr>
            <a:xfrm>
              <a:off x="6212294" y="4088413"/>
              <a:ext cx="144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Methane Transport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87B7C1-A3B1-B6BA-4C66-3ED43C5A7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1008" y="3218760"/>
              <a:ext cx="784841" cy="784841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170E7FD-2FAD-3B2C-6B17-6344B8156204}"/>
              </a:ext>
            </a:extLst>
          </p:cNvPr>
          <p:cNvGrpSpPr/>
          <p:nvPr/>
        </p:nvGrpSpPr>
        <p:grpSpPr>
          <a:xfrm>
            <a:off x="4669030" y="3257613"/>
            <a:ext cx="1293142" cy="1354020"/>
            <a:chOff x="4669030" y="3257613"/>
            <a:chExt cx="1293142" cy="135402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978E63-3A78-A500-59F3-54A42432F46F}"/>
                </a:ext>
              </a:extLst>
            </p:cNvPr>
            <p:cNvSpPr txBox="1"/>
            <p:nvPr/>
          </p:nvSpPr>
          <p:spPr>
            <a:xfrm>
              <a:off x="4669030" y="4088413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Methane Compression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0956EE-537D-0CCA-2FCE-1915DB2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23011" y="3257613"/>
              <a:ext cx="785181" cy="785181"/>
            </a:xfrm>
            <a:prstGeom prst="rect">
              <a:avLst/>
            </a:prstGeom>
          </p:spPr>
        </p:pic>
      </p:grpSp>
      <p:sp>
        <p:nvSpPr>
          <p:cNvPr id="6" name="Right Arrow 5">
            <a:extLst>
              <a:ext uri="{FF2B5EF4-FFF2-40B4-BE49-F238E27FC236}">
                <a16:creationId xmlns:a16="http://schemas.microsoft.com/office/drawing/2014/main" id="{A21E65B6-77C0-24A2-FC4E-C063782AD795}"/>
              </a:ext>
            </a:extLst>
          </p:cNvPr>
          <p:cNvSpPr/>
          <p:nvPr/>
        </p:nvSpPr>
        <p:spPr>
          <a:xfrm>
            <a:off x="4261645" y="3500216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707C5C-9A20-FF15-6745-37B0CBC6EE58}"/>
              </a:ext>
            </a:extLst>
          </p:cNvPr>
          <p:cNvGrpSpPr/>
          <p:nvPr/>
        </p:nvGrpSpPr>
        <p:grpSpPr>
          <a:xfrm>
            <a:off x="2897927" y="3183568"/>
            <a:ext cx="1520981" cy="1428065"/>
            <a:chOff x="2897927" y="3183568"/>
            <a:chExt cx="1520981" cy="14280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8960CF2-DCA3-5E98-E3E6-4C48D91E9881}"/>
                </a:ext>
              </a:extLst>
            </p:cNvPr>
            <p:cNvSpPr txBox="1"/>
            <p:nvPr/>
          </p:nvSpPr>
          <p:spPr>
            <a:xfrm>
              <a:off x="2897927" y="4088413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CH4 storage 200bar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2A70F5-9313-FA7C-36F0-769471AE8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4971" y="3183568"/>
              <a:ext cx="855224" cy="855224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928528F-CE7C-23C9-577B-A662A21605BB}"/>
              </a:ext>
            </a:extLst>
          </p:cNvPr>
          <p:cNvSpPr txBox="1"/>
          <p:nvPr/>
        </p:nvSpPr>
        <p:spPr>
          <a:xfrm>
            <a:off x="6744775" y="57731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</p:spTree>
    <p:extLst>
      <p:ext uri="{BB962C8B-B14F-4D97-AF65-F5344CB8AC3E}">
        <p14:creationId xmlns:p14="http://schemas.microsoft.com/office/powerpoint/2010/main" val="3050277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A5A3-8ECA-1E36-4F47-6632B209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9702-C095-0153-1015-29184CBE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H2-G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6D4EB-E314-0D06-41E9-D7FFF2B6B8D8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FC82C6AD-170C-5BA8-039C-9999C1DE5E26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58CBCE-784E-439A-7499-987A0327570C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AA0825-88ED-A510-012B-BA7BB1217555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CE6B7-F207-2711-98CA-010B2BFB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C5471-158F-0D82-4A88-158AF1B5F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677" y="3140547"/>
            <a:ext cx="784840" cy="784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353C8-2DAB-EA04-1E8E-3FBED1D1843F}"/>
              </a:ext>
            </a:extLst>
          </p:cNvPr>
          <p:cNvSpPr txBox="1"/>
          <p:nvPr/>
        </p:nvSpPr>
        <p:spPr>
          <a:xfrm>
            <a:off x="2710526" y="4088413"/>
            <a:ext cx="1293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Compressor 30-200bar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40DE23D-943B-6E03-DCA6-A45B4C499ECF}"/>
              </a:ext>
            </a:extLst>
          </p:cNvPr>
          <p:cNvSpPr/>
          <p:nvPr/>
        </p:nvSpPr>
        <p:spPr>
          <a:xfrm>
            <a:off x="4059084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2B2422-3CA1-9E7A-5719-56DF7AD185E4}"/>
              </a:ext>
            </a:extLst>
          </p:cNvPr>
          <p:cNvGrpSpPr/>
          <p:nvPr/>
        </p:nvGrpSpPr>
        <p:grpSpPr>
          <a:xfrm>
            <a:off x="4549000" y="3057573"/>
            <a:ext cx="1293142" cy="1559571"/>
            <a:chOff x="4563271" y="3056185"/>
            <a:chExt cx="1293142" cy="15595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04BAC0-917B-2976-A4C5-C4DE05DDD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620" y="3056185"/>
              <a:ext cx="891204" cy="8912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3E32AE-328A-CE79-61DC-30BA23205EEF}"/>
                </a:ext>
              </a:extLst>
            </p:cNvPr>
            <p:cNvSpPr txBox="1"/>
            <p:nvPr/>
          </p:nvSpPr>
          <p:spPr>
            <a:xfrm>
              <a:off x="4563271" y="4092536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</a:t>
              </a:r>
              <a:r>
                <a:rPr lang="en-US" sz="1400" baseline="-25000" dirty="0"/>
                <a:t>2</a:t>
              </a:r>
              <a:r>
                <a:rPr lang="en-US" sz="1400" dirty="0"/>
                <a:t> Storage UG 200bar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451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E182-EC36-11F5-45C5-B8B91358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B2D3-785A-3B97-1C78-4D4BA77C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H2-GL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2228B7-CA7F-A2BF-FBE4-6BB4AB120024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2576716-0418-0E06-2826-81ED51A928F8}"/>
              </a:ext>
            </a:extLst>
          </p:cNvPr>
          <p:cNvSpPr/>
          <p:nvPr/>
        </p:nvSpPr>
        <p:spPr>
          <a:xfrm>
            <a:off x="1655645" y="352315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BFB5A8-C3AD-BAEA-FAD8-ECDED8140300}"/>
              </a:ext>
            </a:extLst>
          </p:cNvPr>
          <p:cNvSpPr txBox="1"/>
          <p:nvPr/>
        </p:nvSpPr>
        <p:spPr>
          <a:xfrm>
            <a:off x="395309" y="4108395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264258-E397-2894-6720-6644508E2E0E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42FAD-17BD-5717-A4C7-DF40C6BFA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47" y="3160529"/>
            <a:ext cx="784840" cy="784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BE6B26-5EF8-C52A-1305-E7E92D9B3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217" y="3184270"/>
            <a:ext cx="784840" cy="784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806CD-8B32-473F-824A-16B3AC7F9872}"/>
              </a:ext>
            </a:extLst>
          </p:cNvPr>
          <p:cNvSpPr txBox="1"/>
          <p:nvPr/>
        </p:nvSpPr>
        <p:spPr>
          <a:xfrm>
            <a:off x="9078066" y="4132136"/>
            <a:ext cx="1293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Compressor 30-200bar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D182E10-9172-513B-714E-63AF13C5D5FF}"/>
              </a:ext>
            </a:extLst>
          </p:cNvPr>
          <p:cNvSpPr/>
          <p:nvPr/>
        </p:nvSpPr>
        <p:spPr>
          <a:xfrm>
            <a:off x="10334307" y="35169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C6785-D19C-72D8-E711-5D50A144583E}"/>
              </a:ext>
            </a:extLst>
          </p:cNvPr>
          <p:cNvGrpSpPr/>
          <p:nvPr/>
        </p:nvGrpSpPr>
        <p:grpSpPr>
          <a:xfrm>
            <a:off x="10824223" y="3107345"/>
            <a:ext cx="1293142" cy="1587260"/>
            <a:chOff x="4563271" y="3056185"/>
            <a:chExt cx="1293142" cy="15872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91ED2A-7879-9C27-5E25-5C6CF6065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620" y="3056185"/>
              <a:ext cx="891204" cy="8912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AFE08A-C0A7-20EE-B5F6-F94CBF218BC0}"/>
                </a:ext>
              </a:extLst>
            </p:cNvPr>
            <p:cNvSpPr txBox="1"/>
            <p:nvPr/>
          </p:nvSpPr>
          <p:spPr>
            <a:xfrm>
              <a:off x="4563271" y="4120225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</a:t>
              </a:r>
              <a:r>
                <a:rPr lang="en-US" sz="1400" baseline="-25000" dirty="0"/>
                <a:t>2</a:t>
              </a:r>
              <a:r>
                <a:rPr lang="en-US" sz="1400" dirty="0"/>
                <a:t> Storage UG 200bar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969CA8E-02A7-0AB3-F3B5-40180AB0E619}"/>
              </a:ext>
            </a:extLst>
          </p:cNvPr>
          <p:cNvSpPr txBox="1"/>
          <p:nvPr/>
        </p:nvSpPr>
        <p:spPr>
          <a:xfrm>
            <a:off x="2044322" y="4108395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Liquifaction</a:t>
            </a:r>
            <a:endParaRPr lang="en-US" sz="14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07E4313-FC15-9D7B-5798-6547E46D47A5}"/>
              </a:ext>
            </a:extLst>
          </p:cNvPr>
          <p:cNvSpPr/>
          <p:nvPr/>
        </p:nvSpPr>
        <p:spPr>
          <a:xfrm>
            <a:off x="3293046" y="352315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0024A6-042B-3379-57F0-0765B2C89E54}"/>
              </a:ext>
            </a:extLst>
          </p:cNvPr>
          <p:cNvGrpSpPr/>
          <p:nvPr/>
        </p:nvGrpSpPr>
        <p:grpSpPr>
          <a:xfrm>
            <a:off x="3782962" y="2999738"/>
            <a:ext cx="1520981" cy="1416434"/>
            <a:chOff x="6162676" y="2979757"/>
            <a:chExt cx="1520981" cy="14164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47B5B20-FAA7-B3B4-D186-A2B1D6FF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2708" y="2979757"/>
              <a:ext cx="1040919" cy="104091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CF9D04-83B6-6C5D-AC52-1FB981681880}"/>
                </a:ext>
              </a:extLst>
            </p:cNvPr>
            <p:cNvSpPr txBox="1"/>
            <p:nvPr/>
          </p:nvSpPr>
          <p:spPr>
            <a:xfrm>
              <a:off x="6162676" y="4088414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Ship Transport</a:t>
              </a:r>
            </a:p>
          </p:txBody>
        </p:sp>
      </p:grp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7C546CA-63EE-15B8-5242-D5E5506B63FF}"/>
              </a:ext>
            </a:extLst>
          </p:cNvPr>
          <p:cNvSpPr/>
          <p:nvPr/>
        </p:nvSpPr>
        <p:spPr>
          <a:xfrm>
            <a:off x="5328721" y="352315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A4188E-4D61-439F-510D-FAB77E079ABE}"/>
              </a:ext>
            </a:extLst>
          </p:cNvPr>
          <p:cNvGrpSpPr/>
          <p:nvPr/>
        </p:nvGrpSpPr>
        <p:grpSpPr>
          <a:xfrm>
            <a:off x="5702604" y="3214566"/>
            <a:ext cx="1293142" cy="1198356"/>
            <a:chOff x="6392795" y="3197834"/>
            <a:chExt cx="1293142" cy="11983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7577B25-BE5B-D032-8FE9-63D7E6F1C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08922" y="3197834"/>
              <a:ext cx="670265" cy="67026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BB1BCD-644E-0301-7271-7414532057C4}"/>
                </a:ext>
              </a:extLst>
            </p:cNvPr>
            <p:cNvSpPr txBox="1"/>
            <p:nvPr/>
          </p:nvSpPr>
          <p:spPr>
            <a:xfrm>
              <a:off x="6392795" y="4088413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Liquid storage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4A987CF-76EA-8AC0-B1B9-04B067E0E5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9437" y="3107345"/>
            <a:ext cx="891205" cy="8912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3C41D3-F218-2E5A-4F90-CC6E0B19C6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3814" y="3113826"/>
            <a:ext cx="884724" cy="884724"/>
          </a:xfrm>
          <a:prstGeom prst="rect">
            <a:avLst/>
          </a:prstGeom>
        </p:spPr>
      </p:pic>
      <p:sp>
        <p:nvSpPr>
          <p:cNvPr id="27" name="Right Arrow 26">
            <a:extLst>
              <a:ext uri="{FF2B5EF4-FFF2-40B4-BE49-F238E27FC236}">
                <a16:creationId xmlns:a16="http://schemas.microsoft.com/office/drawing/2014/main" id="{4AE46991-275E-F0A9-F5AA-9AB57F6E376C}"/>
              </a:ext>
            </a:extLst>
          </p:cNvPr>
          <p:cNvSpPr/>
          <p:nvPr/>
        </p:nvSpPr>
        <p:spPr>
          <a:xfrm>
            <a:off x="6964110" y="35169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F2797-119F-8FA5-4022-EB8C0CBDC32A}"/>
              </a:ext>
            </a:extLst>
          </p:cNvPr>
          <p:cNvSpPr txBox="1"/>
          <p:nvPr/>
        </p:nvSpPr>
        <p:spPr>
          <a:xfrm>
            <a:off x="7492998" y="4116251"/>
            <a:ext cx="1186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Liquid to gas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2A43B42-5763-B562-778E-F864AE434004}"/>
              </a:ext>
            </a:extLst>
          </p:cNvPr>
          <p:cNvSpPr/>
          <p:nvPr/>
        </p:nvSpPr>
        <p:spPr>
          <a:xfrm>
            <a:off x="8726003" y="3516900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5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44C6-8533-986D-0EEE-4243C643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6C8C-CE42-2ADE-1025-70C45F05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H2-L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2311BA-9014-A32A-93B6-BAE2A498CFDB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0E1B3047-4359-DA5D-B8C7-A20B25832D40}"/>
              </a:ext>
            </a:extLst>
          </p:cNvPr>
          <p:cNvSpPr/>
          <p:nvPr/>
        </p:nvSpPr>
        <p:spPr>
          <a:xfrm>
            <a:off x="1655645" y="352315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E1D4DE-35E5-0519-9DE1-33D911D9D086}"/>
              </a:ext>
            </a:extLst>
          </p:cNvPr>
          <p:cNvSpPr txBox="1"/>
          <p:nvPr/>
        </p:nvSpPr>
        <p:spPr>
          <a:xfrm>
            <a:off x="395309" y="4108395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18F08F-EFF0-06EA-9374-FAF98B79D03D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5CB26-3B19-A02F-F64F-51023B4AC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47" y="3160529"/>
            <a:ext cx="784840" cy="784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42098-5AD6-A0C4-207C-7C65F2EC9ABD}"/>
              </a:ext>
            </a:extLst>
          </p:cNvPr>
          <p:cNvSpPr txBox="1"/>
          <p:nvPr/>
        </p:nvSpPr>
        <p:spPr>
          <a:xfrm>
            <a:off x="2044322" y="4108395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Liquifaction</a:t>
            </a:r>
            <a:endParaRPr lang="en-US" sz="1400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21CAC406-BF7E-1FDC-56C1-C7806F955F31}"/>
              </a:ext>
            </a:extLst>
          </p:cNvPr>
          <p:cNvSpPr/>
          <p:nvPr/>
        </p:nvSpPr>
        <p:spPr>
          <a:xfrm>
            <a:off x="3445106" y="352315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E828D8-B419-3E51-0855-C5AED9EF5C46}"/>
              </a:ext>
            </a:extLst>
          </p:cNvPr>
          <p:cNvGrpSpPr/>
          <p:nvPr/>
        </p:nvGrpSpPr>
        <p:grpSpPr>
          <a:xfrm>
            <a:off x="3903359" y="3228516"/>
            <a:ext cx="1293142" cy="1198356"/>
            <a:chOff x="6392795" y="3197834"/>
            <a:chExt cx="1293142" cy="11983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CCEE11D-F99A-B8F8-A447-6D9489715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922" y="3197834"/>
              <a:ext cx="670265" cy="67026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072EBB-90CB-3884-8A90-31724D8E3132}"/>
                </a:ext>
              </a:extLst>
            </p:cNvPr>
            <p:cNvSpPr txBox="1"/>
            <p:nvPr/>
          </p:nvSpPr>
          <p:spPr>
            <a:xfrm>
              <a:off x="6392795" y="4088413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Liquid storage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FB80CC8-AEFD-C9C2-FCEF-161452C49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437" y="3107345"/>
            <a:ext cx="891205" cy="8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71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C64C7-4073-D9B3-CE0C-EE80EDEF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D740-C329-E14E-C9CA-D8BC1739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SYN-FT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909A4-0911-114B-C25B-8459B6C61E0A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ABF5DF6-C90B-C641-0FA3-A86CF9026D16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96AF98-C5EE-211E-29E1-8BD3A0D1EBB5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EE08B1-7D97-E3F5-B2EC-113D4B8D0CB3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92DD8-7396-3AA4-CCC1-DC8C262E7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C7AA2-B231-5A10-5BC5-35FEF4496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677" y="3080140"/>
            <a:ext cx="957033" cy="9570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6FF401-D05E-C381-99AB-8E7FDD67E861}"/>
              </a:ext>
            </a:extLst>
          </p:cNvPr>
          <p:cNvSpPr txBox="1"/>
          <p:nvPr/>
        </p:nvSpPr>
        <p:spPr>
          <a:xfrm>
            <a:off x="2796622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</a:t>
            </a:r>
            <a:r>
              <a:rPr lang="en-US" sz="1400" baseline="-25000" dirty="0"/>
              <a:t>2</a:t>
            </a:r>
            <a:r>
              <a:rPr lang="en-US" sz="1400" dirty="0"/>
              <a:t> Capture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94A89EA-DEAA-DBE8-8C31-8F80562808A0}"/>
              </a:ext>
            </a:extLst>
          </p:cNvPr>
          <p:cNvSpPr/>
          <p:nvPr/>
        </p:nvSpPr>
        <p:spPr>
          <a:xfrm>
            <a:off x="4102626" y="3503174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94AEFEF-09E1-CA67-FE7C-9F58157B5FF4}"/>
              </a:ext>
            </a:extLst>
          </p:cNvPr>
          <p:cNvGrpSpPr/>
          <p:nvPr/>
        </p:nvGrpSpPr>
        <p:grpSpPr>
          <a:xfrm>
            <a:off x="4669445" y="3018514"/>
            <a:ext cx="1293142" cy="1608337"/>
            <a:chOff x="4669445" y="3018514"/>
            <a:chExt cx="1293142" cy="160833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F2A771-216A-1509-93AC-CFD55AA2D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3458" y="3018514"/>
              <a:ext cx="1085117" cy="108511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DD6623-C908-0BC2-D927-2B9DE10C70E3}"/>
                </a:ext>
              </a:extLst>
            </p:cNvPr>
            <p:cNvSpPr txBox="1"/>
            <p:nvPr/>
          </p:nvSpPr>
          <p:spPr>
            <a:xfrm>
              <a:off x="4669445" y="4103631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</a:t>
              </a:r>
              <a:r>
                <a:rPr lang="en-US" sz="1400" baseline="-25000" dirty="0"/>
                <a:t>2</a:t>
              </a:r>
              <a:r>
                <a:rPr lang="en-US" sz="1400" dirty="0"/>
                <a:t>, CO</a:t>
              </a:r>
              <a:r>
                <a:rPr lang="en-US" sz="1400" baseline="-25000" dirty="0"/>
                <a:t>2</a:t>
              </a:r>
              <a:r>
                <a:rPr lang="en-US" sz="1400" dirty="0"/>
                <a:t> Compression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81C5EDC-2A04-F9C8-A9F9-3B98AE50F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323" y="3082930"/>
            <a:ext cx="1085116" cy="1085116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E7BF58F7-A407-2EB7-E9CE-DCBBE81E5722}"/>
              </a:ext>
            </a:extLst>
          </p:cNvPr>
          <p:cNvSpPr/>
          <p:nvPr/>
        </p:nvSpPr>
        <p:spPr>
          <a:xfrm>
            <a:off x="6039491" y="3503174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A87E9D-F17E-5E5F-DBF2-BC3941680631}"/>
              </a:ext>
            </a:extLst>
          </p:cNvPr>
          <p:cNvSpPr txBox="1"/>
          <p:nvPr/>
        </p:nvSpPr>
        <p:spPr>
          <a:xfrm>
            <a:off x="6606310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FT-Synthesis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64CF360-D386-AB87-65D1-FB708677A654}"/>
              </a:ext>
            </a:extLst>
          </p:cNvPr>
          <p:cNvSpPr/>
          <p:nvPr/>
        </p:nvSpPr>
        <p:spPr>
          <a:xfrm>
            <a:off x="9559366" y="3503174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374E6A-6BB2-FE9D-19CD-C00FA7387127}"/>
              </a:ext>
            </a:extLst>
          </p:cNvPr>
          <p:cNvGrpSpPr/>
          <p:nvPr/>
        </p:nvGrpSpPr>
        <p:grpSpPr>
          <a:xfrm>
            <a:off x="10039500" y="3221842"/>
            <a:ext cx="993530" cy="1177122"/>
            <a:chOff x="1704963" y="3219068"/>
            <a:chExt cx="993530" cy="117712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ED591E-39E6-DCEE-BCA4-DCB17E149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65097" y="3219068"/>
              <a:ext cx="673262" cy="6732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249284-1F90-8AB8-A1AD-05C02DCB5718}"/>
                </a:ext>
              </a:extLst>
            </p:cNvPr>
            <p:cNvSpPr txBox="1"/>
            <p:nvPr/>
          </p:nvSpPr>
          <p:spPr>
            <a:xfrm>
              <a:off x="1704963" y="4088413"/>
              <a:ext cx="993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Fuel Tank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5FBDD5-71D8-8F52-9DEF-B7EE8099455F}"/>
              </a:ext>
            </a:extLst>
          </p:cNvPr>
          <p:cNvGrpSpPr/>
          <p:nvPr/>
        </p:nvGrpSpPr>
        <p:grpSpPr>
          <a:xfrm>
            <a:off x="8387454" y="3143321"/>
            <a:ext cx="1293142" cy="1254552"/>
            <a:chOff x="4875499" y="3140547"/>
            <a:chExt cx="1293142" cy="125455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DDDC-2876-15BC-79F7-004F7228686D}"/>
                </a:ext>
              </a:extLst>
            </p:cNvPr>
            <p:cNvSpPr txBox="1"/>
            <p:nvPr/>
          </p:nvSpPr>
          <p:spPr>
            <a:xfrm>
              <a:off x="4875499" y="4087322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Refining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830DA74-675D-E0F8-143C-67884EBCA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67304" y="3140547"/>
              <a:ext cx="841298" cy="841298"/>
            </a:xfrm>
            <a:prstGeom prst="rect">
              <a:avLst/>
            </a:prstGeom>
          </p:spPr>
        </p:pic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1FDE7D9-4DC1-3C55-9D30-67EABB05BBF1}"/>
              </a:ext>
            </a:extLst>
          </p:cNvPr>
          <p:cNvSpPr/>
          <p:nvPr/>
        </p:nvSpPr>
        <p:spPr>
          <a:xfrm>
            <a:off x="7985933" y="3502991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7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EB21-8DF2-60FE-F492-DF8A1A50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A8D1-5771-EEA8-D657-271A6330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SYN-METH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F7D81-C49B-94ED-1976-2541F728110E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A9A4647-DCF2-E31E-7F73-EE8C2B7E18C2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A1074-9907-5C74-1709-868A33AEAAE6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406F3D-7B7B-A5C2-4F7F-DB1DD8DBB844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70B70-BD0B-7504-5D8A-8A7CA8242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180173-EB9E-3CEA-9D17-E6DF32853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677" y="3080140"/>
            <a:ext cx="957033" cy="9570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59168-6CF9-7835-4ED7-9726239F39B6}"/>
              </a:ext>
            </a:extLst>
          </p:cNvPr>
          <p:cNvSpPr txBox="1"/>
          <p:nvPr/>
        </p:nvSpPr>
        <p:spPr>
          <a:xfrm>
            <a:off x="2796622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</a:t>
            </a:r>
            <a:r>
              <a:rPr lang="en-US" sz="1400" baseline="-25000" dirty="0"/>
              <a:t>2</a:t>
            </a:r>
            <a:r>
              <a:rPr lang="en-US" sz="1400" dirty="0"/>
              <a:t> Capture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63EFABD-DAF8-15C8-1E0D-BDB6C7A36B32}"/>
              </a:ext>
            </a:extLst>
          </p:cNvPr>
          <p:cNvSpPr/>
          <p:nvPr/>
        </p:nvSpPr>
        <p:spPr>
          <a:xfrm>
            <a:off x="4102626" y="3503174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A953D98-0DBD-0A3E-0078-751E0A7AEB2F}"/>
              </a:ext>
            </a:extLst>
          </p:cNvPr>
          <p:cNvSpPr/>
          <p:nvPr/>
        </p:nvSpPr>
        <p:spPr>
          <a:xfrm>
            <a:off x="5923378" y="3503174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8B4C960-054E-54A0-54A5-7F3EB2030488}"/>
              </a:ext>
            </a:extLst>
          </p:cNvPr>
          <p:cNvSpPr/>
          <p:nvPr/>
        </p:nvSpPr>
        <p:spPr>
          <a:xfrm>
            <a:off x="7677393" y="350564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36DAFA-29EA-672F-4138-AB2DC605AE16}"/>
              </a:ext>
            </a:extLst>
          </p:cNvPr>
          <p:cNvGrpSpPr/>
          <p:nvPr/>
        </p:nvGrpSpPr>
        <p:grpSpPr>
          <a:xfrm>
            <a:off x="8071554" y="2999129"/>
            <a:ext cx="1520981" cy="1621225"/>
            <a:chOff x="2902092" y="3033429"/>
            <a:chExt cx="1520981" cy="162122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5A5032-61D1-D34C-E976-059C5E6AC5BB}"/>
                </a:ext>
              </a:extLst>
            </p:cNvPr>
            <p:cNvSpPr txBox="1"/>
            <p:nvPr/>
          </p:nvSpPr>
          <p:spPr>
            <a:xfrm>
              <a:off x="2902092" y="4131434"/>
              <a:ext cx="1520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CH4 storage 200bar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BD1F36A-119C-CB69-02B9-8BD8D2F93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20023" y="3033429"/>
              <a:ext cx="1085117" cy="1085117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009A00-15E9-7F2D-08C6-08B78A7290F6}"/>
              </a:ext>
            </a:extLst>
          </p:cNvPr>
          <p:cNvGrpSpPr/>
          <p:nvPr/>
        </p:nvGrpSpPr>
        <p:grpSpPr>
          <a:xfrm>
            <a:off x="6339809" y="3205498"/>
            <a:ext cx="1293142" cy="1414856"/>
            <a:chOff x="4687670" y="3257613"/>
            <a:chExt cx="1293142" cy="141485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95D3E7-FAE9-E04F-F992-41AF1BFEBE8C}"/>
                </a:ext>
              </a:extLst>
            </p:cNvPr>
            <p:cNvSpPr txBox="1"/>
            <p:nvPr/>
          </p:nvSpPr>
          <p:spPr>
            <a:xfrm>
              <a:off x="4687670" y="4149249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Methane Compression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A6FE26B-DC57-5A41-A5A5-FCC1FACC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3011" y="3257613"/>
              <a:ext cx="785181" cy="785181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A62493-56DA-273E-81EA-A2E6F3174F51}"/>
              </a:ext>
            </a:extLst>
          </p:cNvPr>
          <p:cNvGrpSpPr/>
          <p:nvPr/>
        </p:nvGrpSpPr>
        <p:grpSpPr>
          <a:xfrm>
            <a:off x="4608064" y="3140547"/>
            <a:ext cx="1293142" cy="1479807"/>
            <a:chOff x="4608064" y="3140547"/>
            <a:chExt cx="1293142" cy="14798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85262E-CB82-24F0-5183-36F7CEFD1704}"/>
                </a:ext>
              </a:extLst>
            </p:cNvPr>
            <p:cNvSpPr txBox="1"/>
            <p:nvPr/>
          </p:nvSpPr>
          <p:spPr>
            <a:xfrm>
              <a:off x="4608064" y="4097134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Sabatier Reaction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F5699FA-7BEB-4927-1840-A82064EB4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6774" y="3140547"/>
              <a:ext cx="1013662" cy="1013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7723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E82D-1667-B3F5-D7A3-D52AAEC5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A04C-4869-628D-020F-A32F2F04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NH3-FULL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8AAC83-AA61-D915-5E2E-141C7341C803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8A87E79-5E67-649F-93B6-339B27B37E5C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94806-3B8B-A548-7EA7-86A755D187C6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BC1979-D000-12D6-B740-ADF1E6E68027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AECC4-499E-E39F-D749-E7F72C74A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6CDAAA-3103-DE1D-C153-F9E294DC2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099" y="3219571"/>
            <a:ext cx="784840" cy="784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EA970-A5A9-15ED-67D4-6CF39831A02F}"/>
              </a:ext>
            </a:extLst>
          </p:cNvPr>
          <p:cNvSpPr txBox="1"/>
          <p:nvPr/>
        </p:nvSpPr>
        <p:spPr>
          <a:xfrm>
            <a:off x="2596948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</a:t>
            </a:r>
            <a:r>
              <a:rPr lang="en-US" sz="1400" baseline="-25000" dirty="0"/>
              <a:t>2</a:t>
            </a:r>
            <a:r>
              <a:rPr lang="en-US" sz="1400" dirty="0"/>
              <a:t> Separation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1FF4A57-C7FA-5570-3460-0BC57ABA7C90}"/>
              </a:ext>
            </a:extLst>
          </p:cNvPr>
          <p:cNvSpPr/>
          <p:nvPr/>
        </p:nvSpPr>
        <p:spPr>
          <a:xfrm>
            <a:off x="3767319" y="3487956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94C9F-5985-8AB6-984C-D26237E0D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151" y="3003296"/>
            <a:ext cx="1085117" cy="1085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5454A7-6B32-B0E2-260C-1899F87DE21C}"/>
              </a:ext>
            </a:extLst>
          </p:cNvPr>
          <p:cNvSpPr txBox="1"/>
          <p:nvPr/>
        </p:nvSpPr>
        <p:spPr>
          <a:xfrm>
            <a:off x="4334138" y="4088413"/>
            <a:ext cx="1293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</a:t>
            </a:r>
            <a:r>
              <a:rPr lang="en-US" sz="1400" baseline="-25000" dirty="0"/>
              <a:t>2</a:t>
            </a:r>
            <a:r>
              <a:rPr lang="en-US" sz="1400" dirty="0"/>
              <a:t>, H</a:t>
            </a:r>
            <a:r>
              <a:rPr lang="en-US" sz="1400" baseline="-25000" dirty="0"/>
              <a:t>2</a:t>
            </a:r>
            <a:r>
              <a:rPr lang="en-US" sz="1400" dirty="0"/>
              <a:t> Compression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BC42AFB-CBFF-208F-D111-21EB6CA51AA3}"/>
              </a:ext>
            </a:extLst>
          </p:cNvPr>
          <p:cNvSpPr/>
          <p:nvPr/>
        </p:nvSpPr>
        <p:spPr>
          <a:xfrm>
            <a:off x="5705154" y="3494356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31DB34-E8FD-5436-D1BF-36D109318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889" y="3122226"/>
            <a:ext cx="966187" cy="966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8B4042-582F-D0AD-A2A1-3A844B60D9B2}"/>
              </a:ext>
            </a:extLst>
          </p:cNvPr>
          <p:cNvSpPr txBox="1"/>
          <p:nvPr/>
        </p:nvSpPr>
        <p:spPr>
          <a:xfrm>
            <a:off x="6096000" y="4101394"/>
            <a:ext cx="1472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NH</a:t>
            </a:r>
            <a:r>
              <a:rPr lang="en-US" sz="1400" baseline="-25000" dirty="0"/>
              <a:t>3</a:t>
            </a:r>
            <a:r>
              <a:rPr lang="en-US" sz="1400" dirty="0"/>
              <a:t> Synthesis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0C37DCE-E319-D51F-D512-415DFC4C2007}"/>
              </a:ext>
            </a:extLst>
          </p:cNvPr>
          <p:cNvSpPr/>
          <p:nvPr/>
        </p:nvSpPr>
        <p:spPr>
          <a:xfrm>
            <a:off x="7397044" y="3487956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96238E-7C99-0204-DD7F-D62EB733C5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030928" y="3038224"/>
            <a:ext cx="966187" cy="966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BD312D-C60A-5BEF-99DA-B04A00D3FA52}"/>
              </a:ext>
            </a:extLst>
          </p:cNvPr>
          <p:cNvSpPr txBox="1"/>
          <p:nvPr/>
        </p:nvSpPr>
        <p:spPr>
          <a:xfrm>
            <a:off x="7777703" y="4101394"/>
            <a:ext cx="147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Ammonia </a:t>
            </a:r>
            <a:r>
              <a:rPr lang="en-US" sz="1400" dirty="0" err="1"/>
              <a:t>Liquifaction</a:t>
            </a:r>
            <a:endParaRPr lang="en-US" sz="1400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21D005B-45C8-4AE4-09BB-205F318A65F4}"/>
              </a:ext>
            </a:extLst>
          </p:cNvPr>
          <p:cNvSpPr/>
          <p:nvPr/>
        </p:nvSpPr>
        <p:spPr>
          <a:xfrm>
            <a:off x="9247211" y="3483758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99F23-CA21-0B71-36CA-9A0471C948C7}"/>
              </a:ext>
            </a:extLst>
          </p:cNvPr>
          <p:cNvSpPr txBox="1"/>
          <p:nvPr/>
        </p:nvSpPr>
        <p:spPr>
          <a:xfrm>
            <a:off x="9719059" y="4105524"/>
            <a:ext cx="147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Ammonia </a:t>
            </a:r>
            <a:r>
              <a:rPr lang="en-US" sz="1400" dirty="0" err="1"/>
              <a:t>Liquifaction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A0E14A-CB04-2682-6262-C4B84000AC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7044" y="3179703"/>
            <a:ext cx="830037" cy="83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71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8086-A327-0E81-4964-AA518434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35B1-6ED3-2876-9F6C-D98F2427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SYN-CRACK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5D0DD5-6938-BC0E-9311-9926AA858DE0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DB9ECB0-E126-BAE8-80AF-BD7EAAF59C36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2E1C8-5A48-DA57-4321-E90D43913AD5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ECC0E6-6726-271E-6D5F-03803AAAA48E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57B5C-950D-52C0-DB69-59607C3F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2F06340-E8E6-144C-4028-52A6BBE3DED1}"/>
              </a:ext>
            </a:extLst>
          </p:cNvPr>
          <p:cNvGrpSpPr/>
          <p:nvPr/>
        </p:nvGrpSpPr>
        <p:grpSpPr>
          <a:xfrm>
            <a:off x="2507567" y="3140547"/>
            <a:ext cx="1520981" cy="1254552"/>
            <a:chOff x="-129957" y="3140547"/>
            <a:chExt cx="1520981" cy="12545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9B3CA1-ABFD-C532-AEDB-7C68DAC3E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290" y="3140547"/>
              <a:ext cx="841298" cy="84129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B5C520-F57A-8781-49C2-260B4B79FB3B}"/>
                </a:ext>
              </a:extLst>
            </p:cNvPr>
            <p:cNvSpPr txBox="1"/>
            <p:nvPr/>
          </p:nvSpPr>
          <p:spPr>
            <a:xfrm>
              <a:off x="-129957" y="4087322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Palm-oil</a:t>
              </a:r>
            </a:p>
          </p:txBody>
        </p:sp>
      </p:grpSp>
      <p:sp>
        <p:nvSpPr>
          <p:cNvPr id="7" name="Right Arrow 6">
            <a:extLst>
              <a:ext uri="{FF2B5EF4-FFF2-40B4-BE49-F238E27FC236}">
                <a16:creationId xmlns:a16="http://schemas.microsoft.com/office/drawing/2014/main" id="{6DEB04B3-8019-8B37-E6C8-ABCAA522C482}"/>
              </a:ext>
            </a:extLst>
          </p:cNvPr>
          <p:cNvSpPr/>
          <p:nvPr/>
        </p:nvSpPr>
        <p:spPr>
          <a:xfrm>
            <a:off x="3833207" y="3507718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0092DD-F3DE-277C-DB35-AED77E3307AF}"/>
              </a:ext>
            </a:extLst>
          </p:cNvPr>
          <p:cNvGrpSpPr/>
          <p:nvPr/>
        </p:nvGrpSpPr>
        <p:grpSpPr>
          <a:xfrm>
            <a:off x="4459218" y="3005864"/>
            <a:ext cx="1293142" cy="1608337"/>
            <a:chOff x="4669445" y="3018514"/>
            <a:chExt cx="1293142" cy="16083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41D17D-5577-19D8-73A6-C1F6DDBDA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458" y="3018514"/>
              <a:ext cx="1085117" cy="108511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9E5308-F846-5C60-01FB-A6BB7B72D8E5}"/>
                </a:ext>
              </a:extLst>
            </p:cNvPr>
            <p:cNvSpPr txBox="1"/>
            <p:nvPr/>
          </p:nvSpPr>
          <p:spPr>
            <a:xfrm>
              <a:off x="4669445" y="4103631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</a:t>
              </a:r>
              <a:r>
                <a:rPr lang="en-US" sz="1400" baseline="-25000" dirty="0"/>
                <a:t>2</a:t>
              </a:r>
              <a:r>
                <a:rPr lang="en-US" sz="1400" dirty="0"/>
                <a:t>, CO</a:t>
              </a:r>
              <a:r>
                <a:rPr lang="en-US" sz="1400" baseline="-25000" dirty="0"/>
                <a:t>2</a:t>
              </a:r>
              <a:r>
                <a:rPr lang="en-US" sz="1400" dirty="0"/>
                <a:t> Compression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63BE217-87C3-7223-113A-335FC2371D8A}"/>
              </a:ext>
            </a:extLst>
          </p:cNvPr>
          <p:cNvSpPr/>
          <p:nvPr/>
        </p:nvSpPr>
        <p:spPr>
          <a:xfrm>
            <a:off x="8997565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1CB225-7986-A667-6856-F107228A055D}"/>
              </a:ext>
            </a:extLst>
          </p:cNvPr>
          <p:cNvGrpSpPr/>
          <p:nvPr/>
        </p:nvGrpSpPr>
        <p:grpSpPr>
          <a:xfrm>
            <a:off x="9477699" y="3221843"/>
            <a:ext cx="993530" cy="1177122"/>
            <a:chOff x="1704963" y="3219068"/>
            <a:chExt cx="993530" cy="117712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EB6C7F0-8261-612A-93F9-40AC3A0CA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5097" y="3219068"/>
              <a:ext cx="673262" cy="67326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D8801A-B997-94AE-61EB-FA6ED3BC0ED5}"/>
                </a:ext>
              </a:extLst>
            </p:cNvPr>
            <p:cNvSpPr txBox="1"/>
            <p:nvPr/>
          </p:nvSpPr>
          <p:spPr>
            <a:xfrm>
              <a:off x="1704963" y="4088413"/>
              <a:ext cx="993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Fuel Tank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8D78B9-9A05-0FF8-9C2A-8B2D5D21056D}"/>
              </a:ext>
            </a:extLst>
          </p:cNvPr>
          <p:cNvGrpSpPr/>
          <p:nvPr/>
        </p:nvGrpSpPr>
        <p:grpSpPr>
          <a:xfrm>
            <a:off x="7825653" y="3143322"/>
            <a:ext cx="1293142" cy="1254552"/>
            <a:chOff x="4875499" y="3140547"/>
            <a:chExt cx="1293142" cy="125455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94F487-95DD-2DCD-B8F5-66B5199E3FF5}"/>
                </a:ext>
              </a:extLst>
            </p:cNvPr>
            <p:cNvSpPr txBox="1"/>
            <p:nvPr/>
          </p:nvSpPr>
          <p:spPr>
            <a:xfrm>
              <a:off x="4875499" y="4087322"/>
              <a:ext cx="1293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Refining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A58F035-C55D-E5F0-401C-2FDB1E5BC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7304" y="3140547"/>
              <a:ext cx="841298" cy="841298"/>
            </a:xfrm>
            <a:prstGeom prst="rect">
              <a:avLst/>
            </a:prstGeom>
          </p:spPr>
        </p:pic>
      </p:grpSp>
      <p:sp>
        <p:nvSpPr>
          <p:cNvPr id="24" name="Right Arrow 23">
            <a:extLst>
              <a:ext uri="{FF2B5EF4-FFF2-40B4-BE49-F238E27FC236}">
                <a16:creationId xmlns:a16="http://schemas.microsoft.com/office/drawing/2014/main" id="{2DFF3331-8413-9952-91CC-67C2D309657B}"/>
              </a:ext>
            </a:extLst>
          </p:cNvPr>
          <p:cNvSpPr/>
          <p:nvPr/>
        </p:nvSpPr>
        <p:spPr>
          <a:xfrm>
            <a:off x="7424132" y="3502992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DA2DDE-6D13-2E48-7FA4-BACA80590B32}"/>
              </a:ext>
            </a:extLst>
          </p:cNvPr>
          <p:cNvGrpSpPr/>
          <p:nvPr/>
        </p:nvGrpSpPr>
        <p:grpSpPr>
          <a:xfrm>
            <a:off x="6080522" y="3156804"/>
            <a:ext cx="1520981" cy="1274342"/>
            <a:chOff x="1340600" y="3349445"/>
            <a:chExt cx="1520981" cy="127434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8BA400C-C41D-0EB0-FB26-A011BC896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454" y="3349445"/>
              <a:ext cx="763316" cy="76331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D3C225-8881-CBDB-248E-AD67E892463F}"/>
                </a:ext>
              </a:extLst>
            </p:cNvPr>
            <p:cNvSpPr txBox="1"/>
            <p:nvPr/>
          </p:nvSpPr>
          <p:spPr>
            <a:xfrm>
              <a:off x="1340600" y="4316010"/>
              <a:ext cx="1520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Cracking</a:t>
              </a:r>
            </a:p>
          </p:txBody>
        </p:sp>
      </p:grp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EB0F000-F4F5-1EB5-469A-4D64ED19B66A}"/>
              </a:ext>
            </a:extLst>
          </p:cNvPr>
          <p:cNvSpPr/>
          <p:nvPr/>
        </p:nvSpPr>
        <p:spPr>
          <a:xfrm>
            <a:off x="5851042" y="3502992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9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CE9E-923F-3F95-60A4-D963C3A5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497D-73C1-C08D-297D-B904474D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CH4-BIO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687FD-F0BD-8712-0F7C-A52F93E680AF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5E66B16B-4BEC-133D-2F91-ACC67A45461E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082E76-EEBD-4AFA-F7AF-B44A2C914903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Electrolyzer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0E6C92-1C39-7076-0578-91276660CA73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5FF93-9270-52AB-CF45-8829CF5E1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5" y="3140547"/>
            <a:ext cx="784840" cy="78484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03C44BCC-D0C2-4180-0EB5-195210CD8269}"/>
              </a:ext>
            </a:extLst>
          </p:cNvPr>
          <p:cNvSpPr/>
          <p:nvPr/>
        </p:nvSpPr>
        <p:spPr>
          <a:xfrm>
            <a:off x="4154865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9FEB16-1DEB-85E1-EA90-F50AB000FB73}"/>
              </a:ext>
            </a:extLst>
          </p:cNvPr>
          <p:cNvGrpSpPr/>
          <p:nvPr/>
        </p:nvGrpSpPr>
        <p:grpSpPr>
          <a:xfrm>
            <a:off x="2578840" y="3202373"/>
            <a:ext cx="1755979" cy="1193816"/>
            <a:chOff x="5965097" y="3202373"/>
            <a:chExt cx="1755979" cy="11938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6D49C4-685D-609A-DBE1-2D5DCABC8859}"/>
                </a:ext>
              </a:extLst>
            </p:cNvPr>
            <p:cNvSpPr txBox="1"/>
            <p:nvPr/>
          </p:nvSpPr>
          <p:spPr>
            <a:xfrm>
              <a:off x="5965097" y="4088412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Biogas purification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D673509-798D-134F-6F3E-98C450ADB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4279" y="3202373"/>
              <a:ext cx="817616" cy="81761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01A98E-D53B-364B-471A-42C51B784D6F}"/>
              </a:ext>
            </a:extLst>
          </p:cNvPr>
          <p:cNvGrpSpPr/>
          <p:nvPr/>
        </p:nvGrpSpPr>
        <p:grpSpPr>
          <a:xfrm>
            <a:off x="4608064" y="3140547"/>
            <a:ext cx="1293142" cy="1479807"/>
            <a:chOff x="4608064" y="3140547"/>
            <a:chExt cx="1293142" cy="147980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CE2CBB-68C3-2C4E-5456-8EF6CF5DCCB3}"/>
                </a:ext>
              </a:extLst>
            </p:cNvPr>
            <p:cNvSpPr txBox="1"/>
            <p:nvPr/>
          </p:nvSpPr>
          <p:spPr>
            <a:xfrm>
              <a:off x="4608064" y="4097134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Sabatier Reaction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291001-1032-BBA1-58B7-06F8589FA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6774" y="3140547"/>
              <a:ext cx="1013662" cy="1013662"/>
            </a:xfrm>
            <a:prstGeom prst="rect">
              <a:avLst/>
            </a:prstGeom>
          </p:spPr>
        </p:pic>
      </p:grp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DCDD712-3895-B5B3-A4CD-D8DB8FE24B88}"/>
              </a:ext>
            </a:extLst>
          </p:cNvPr>
          <p:cNvSpPr/>
          <p:nvPr/>
        </p:nvSpPr>
        <p:spPr>
          <a:xfrm>
            <a:off x="5901206" y="3500217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C3BC70F-2F15-A90B-CD74-C5AF1AA23B32}"/>
              </a:ext>
            </a:extLst>
          </p:cNvPr>
          <p:cNvSpPr/>
          <p:nvPr/>
        </p:nvSpPr>
        <p:spPr>
          <a:xfrm>
            <a:off x="7540415" y="3383151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40256C-E949-5F89-BF59-42D697E08EBF}"/>
              </a:ext>
            </a:extLst>
          </p:cNvPr>
          <p:cNvGrpSpPr/>
          <p:nvPr/>
        </p:nvGrpSpPr>
        <p:grpSpPr>
          <a:xfrm>
            <a:off x="6329803" y="3140547"/>
            <a:ext cx="1293142" cy="1479807"/>
            <a:chOff x="4669030" y="3257613"/>
            <a:chExt cx="1293142" cy="14798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45F652-CF5F-F003-6018-D4B66E40E8AA}"/>
                </a:ext>
              </a:extLst>
            </p:cNvPr>
            <p:cNvSpPr txBox="1"/>
            <p:nvPr/>
          </p:nvSpPr>
          <p:spPr>
            <a:xfrm>
              <a:off x="4669030" y="4214200"/>
              <a:ext cx="1293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Methane Compression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849D4B0-1FCE-F075-E84C-7E60D234C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3011" y="3257613"/>
              <a:ext cx="785181" cy="78518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F55E8E-AB82-242F-B658-2E218515E032}"/>
              </a:ext>
            </a:extLst>
          </p:cNvPr>
          <p:cNvGrpSpPr/>
          <p:nvPr/>
        </p:nvGrpSpPr>
        <p:grpSpPr>
          <a:xfrm>
            <a:off x="7857181" y="3140547"/>
            <a:ext cx="1755979" cy="1256634"/>
            <a:chOff x="2288834" y="3139556"/>
            <a:chExt cx="1755979" cy="125663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0C82811-F5C5-CFA1-EDA0-15916D03E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06270" y="3139556"/>
              <a:ext cx="880433" cy="88043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C461EC-EF14-47E1-FE44-6F809452B844}"/>
                </a:ext>
              </a:extLst>
            </p:cNvPr>
            <p:cNvSpPr txBox="1"/>
            <p:nvPr/>
          </p:nvSpPr>
          <p:spPr>
            <a:xfrm>
              <a:off x="2288834" y="4088413"/>
              <a:ext cx="1755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Biogas (50% CH</a:t>
              </a:r>
              <a:r>
                <a:rPr lang="en-US" sz="1400" baseline="-25000" dirty="0"/>
                <a:t>4</a:t>
              </a:r>
              <a:r>
                <a:rPr lang="en-US" sz="1400" dirty="0"/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2552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D2E4-AF32-8449-F37C-3F72E07F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C062-57ED-8CA7-4849-4E57ED72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9BBEAA-18DD-4B1D-3ED7-54C998EC0CFC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AE5C02E9-00B5-E3AE-70C2-ACF34EF81F26}"/>
              </a:ext>
            </a:extLst>
          </p:cNvPr>
          <p:cNvSpPr/>
          <p:nvPr/>
        </p:nvSpPr>
        <p:spPr>
          <a:xfrm>
            <a:off x="2229803" y="3503175"/>
            <a:ext cx="489916" cy="1109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ED7425-57AC-3249-4A24-F18EA51F6FC5}"/>
              </a:ext>
            </a:extLst>
          </p:cNvPr>
          <p:cNvSpPr txBox="1"/>
          <p:nvPr/>
        </p:nvSpPr>
        <p:spPr>
          <a:xfrm>
            <a:off x="969467" y="4088413"/>
            <a:ext cx="129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Hydro Pump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9040D0-A67D-4B8B-6A38-5C1360146F23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E2679-6A41-22E0-A68C-8E8B40DB0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32" y="3060451"/>
            <a:ext cx="996412" cy="99641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D91C263-82F3-4BF1-ECE5-679D38192D90}"/>
              </a:ext>
            </a:extLst>
          </p:cNvPr>
          <p:cNvGrpSpPr/>
          <p:nvPr/>
        </p:nvGrpSpPr>
        <p:grpSpPr>
          <a:xfrm>
            <a:off x="2835279" y="3188438"/>
            <a:ext cx="945893" cy="1207752"/>
            <a:chOff x="6186170" y="3147632"/>
            <a:chExt cx="945893" cy="12077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107A18-D0A3-8DF5-C0CE-DE6872315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6170" y="3147632"/>
              <a:ext cx="838706" cy="83870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30F293-35F2-A493-F3CA-3CC01E913E69}"/>
                </a:ext>
              </a:extLst>
            </p:cNvPr>
            <p:cNvSpPr txBox="1"/>
            <p:nvPr/>
          </p:nvSpPr>
          <p:spPr>
            <a:xfrm>
              <a:off x="6186170" y="4047607"/>
              <a:ext cx="945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4707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8BA2-BCDF-64DF-B55B-1D6A7168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81CC-2026-4ADA-D360-529E7721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SOL-SALT-STORE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11578-94F2-745D-21E0-99D348174B71}"/>
              </a:ext>
            </a:extLst>
          </p:cNvPr>
          <p:cNvSpPr txBox="1"/>
          <p:nvPr/>
        </p:nvSpPr>
        <p:spPr>
          <a:xfrm>
            <a:off x="6592375" y="5620745"/>
            <a:ext cx="945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Battery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3DF4F6-07A3-8719-CA55-98E6A8536356}"/>
              </a:ext>
            </a:extLst>
          </p:cNvPr>
          <p:cNvSpPr txBox="1"/>
          <p:nvPr/>
        </p:nvSpPr>
        <p:spPr>
          <a:xfrm>
            <a:off x="4304042" y="5609720"/>
            <a:ext cx="2288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H2 Storage UG 200bar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85A0D-9A1D-A1A4-937E-8FB002CF3198}"/>
              </a:ext>
            </a:extLst>
          </p:cNvPr>
          <p:cNvSpPr txBox="1"/>
          <p:nvPr/>
        </p:nvSpPr>
        <p:spPr>
          <a:xfrm>
            <a:off x="1118646" y="3998422"/>
            <a:ext cx="170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Concentrator Salt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4B176-F170-B272-14B0-8AF7DFE7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31" y="3080970"/>
            <a:ext cx="882622" cy="88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369</Words>
  <Application>Microsoft Macintosh PowerPoint</Application>
  <PresentationFormat>Widescreen</PresentationFormat>
  <Paragraphs>198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HYD-R</vt:lpstr>
      <vt:lpstr>PV</vt:lpstr>
      <vt:lpstr>WD-ON/OFF</vt:lpstr>
      <vt:lpstr>HYD-S</vt:lpstr>
      <vt:lpstr>THERM</vt:lpstr>
      <vt:lpstr>H2P-G</vt:lpstr>
      <vt:lpstr>H2P-L</vt:lpstr>
      <vt:lpstr>SOL-SALT</vt:lpstr>
      <vt:lpstr>SOL-STEAM</vt:lpstr>
      <vt:lpstr>BIO-OIL-ICE</vt:lpstr>
      <vt:lpstr>PALM-ICE</vt:lpstr>
      <vt:lpstr>BIO-WOOD</vt:lpstr>
      <vt:lpstr>IMP-BIOG</vt:lpstr>
      <vt:lpstr>NH3-P</vt:lpstr>
      <vt:lpstr>THERM-CH4</vt:lpstr>
      <vt:lpstr>H2-G</vt:lpstr>
      <vt:lpstr>H2-GL</vt:lpstr>
      <vt:lpstr>H2-L</vt:lpstr>
      <vt:lpstr>SYN-FT</vt:lpstr>
      <vt:lpstr>SYN-METH</vt:lpstr>
      <vt:lpstr>NH3-FULL</vt:lpstr>
      <vt:lpstr>SYN-CRACK</vt:lpstr>
      <vt:lpstr>CH4-BIO</vt:lpstr>
      <vt:lpstr>PHS</vt:lpstr>
      <vt:lpstr>SOL-SALT-STORE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 Schwabedal</dc:creator>
  <cp:lastModifiedBy>Georg Schwabedal</cp:lastModifiedBy>
  <cp:revision>1</cp:revision>
  <dcterms:created xsi:type="dcterms:W3CDTF">2025-12-29T10:15:13Z</dcterms:created>
  <dcterms:modified xsi:type="dcterms:W3CDTF">2025-12-29T19:54:51Z</dcterms:modified>
</cp:coreProperties>
</file>